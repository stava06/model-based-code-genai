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Alef"/>
      <p:regular r:id="rId25"/>
      <p:bold r:id="rId26"/>
    </p:embeddedFont>
    <p:embeddedFont>
      <p:font typeface="Lato"/>
      <p:regular r:id="rId27"/>
      <p:bold r:id="rId28"/>
      <p:italic r:id="rId29"/>
      <p:boldItalic r:id="rId30"/>
    </p:embeddedFont>
    <p:embeddedFont>
      <p:font typeface="Nunito Sans Black"/>
      <p:bold r:id="rId31"/>
      <p:boldItalic r:id="rId32"/>
    </p:embeddedFont>
    <p:embeddedFont>
      <p:font typeface="Pacifico"/>
      <p:regular r:id="rId33"/>
    </p:embeddedFont>
    <p:embeddedFont>
      <p:font typeface="Lato Black"/>
      <p:bold r:id="rId34"/>
      <p:boldItalic r:id="rId35"/>
    </p:embeddedFont>
    <p:embeddedFont>
      <p:font typeface="Comfortaa Medium"/>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03E03E-28B9-418B-8AA9-31BC6B112287}">
  <a:tblStyle styleId="{5F03E03E-28B9-418B-8AA9-31BC6B11228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lef-bold.fntdata"/><Relationship Id="rId25" Type="http://schemas.openxmlformats.org/officeDocument/2006/relationships/font" Target="fonts/Alef-regular.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SansBlack-bold.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Pacifico-regular.fntdata"/><Relationship Id="rId10" Type="http://schemas.openxmlformats.org/officeDocument/2006/relationships/slide" Target="slides/slide4.xml"/><Relationship Id="rId32" Type="http://schemas.openxmlformats.org/officeDocument/2006/relationships/font" Target="fonts/NunitoSansBlack-boldItalic.fntdata"/><Relationship Id="rId13" Type="http://schemas.openxmlformats.org/officeDocument/2006/relationships/slide" Target="slides/slide7.xml"/><Relationship Id="rId35" Type="http://schemas.openxmlformats.org/officeDocument/2006/relationships/font" Target="fonts/LatoBlack-boldItalic.fntdata"/><Relationship Id="rId12" Type="http://schemas.openxmlformats.org/officeDocument/2006/relationships/slide" Target="slides/slide6.xml"/><Relationship Id="rId34" Type="http://schemas.openxmlformats.org/officeDocument/2006/relationships/font" Target="fonts/LatoBlack-bold.fntdata"/><Relationship Id="rId15" Type="http://schemas.openxmlformats.org/officeDocument/2006/relationships/slide" Target="slides/slide9.xml"/><Relationship Id="rId37" Type="http://schemas.openxmlformats.org/officeDocument/2006/relationships/font" Target="fonts/ComfortaaMedium-bold.fntdata"/><Relationship Id="rId14" Type="http://schemas.openxmlformats.org/officeDocument/2006/relationships/slide" Target="slides/slide8.xml"/><Relationship Id="rId36" Type="http://schemas.openxmlformats.org/officeDocument/2006/relationships/font" Target="fonts/Comfortaa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97" name="Google Shape;19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2" name="Shape 2002"/>
        <p:cNvGrpSpPr/>
        <p:nvPr/>
      </p:nvGrpSpPr>
      <p:grpSpPr>
        <a:xfrm>
          <a:off x="0" y="0"/>
          <a:ext cx="0" cy="0"/>
          <a:chOff x="0" y="0"/>
          <a:chExt cx="0" cy="0"/>
        </a:xfrm>
      </p:grpSpPr>
      <p:sp>
        <p:nvSpPr>
          <p:cNvPr id="2003" name="Google Shape;2003;g3c978e84b1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4" name="Google Shape;2004;g3c978e84b1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AutoNum type="arabicPeriod"/>
            </a:pPr>
            <a:r>
              <a:rPr lang="en" sz="1900"/>
              <a:t>Developing well-engineered software begins with translating the client’s requirements</a:t>
            </a:r>
            <a:br>
              <a:rPr lang="en" sz="1900"/>
            </a:br>
            <a:endParaRPr sz="1900"/>
          </a:p>
          <a:p>
            <a:pPr indent="-349250" lvl="0" marL="457200" rtl="0" algn="l">
              <a:spcBef>
                <a:spcPts val="0"/>
              </a:spcBef>
              <a:spcAft>
                <a:spcPts val="0"/>
              </a:spcAft>
              <a:buSzPts val="1900"/>
              <a:buAutoNum type="arabicPeriod"/>
            </a:pPr>
            <a:r>
              <a:rPr lang="en" sz="1900"/>
              <a:t>To successfully design this architecture, engineers typically rely on system diagrams, such as - UML, SysML, OPM and more - which aim to design the system’s structure and behavior.</a:t>
            </a:r>
            <a:br>
              <a:rPr lang="en" sz="1900"/>
            </a:br>
            <a:endParaRPr sz="1900"/>
          </a:p>
          <a:p>
            <a:pPr indent="-349250" lvl="0" marL="457200" rtl="0" algn="l">
              <a:spcBef>
                <a:spcPts val="0"/>
              </a:spcBef>
              <a:spcAft>
                <a:spcPts val="0"/>
              </a:spcAft>
              <a:buSzPts val="1900"/>
              <a:buAutoNum type="arabicPeriod"/>
            </a:pPr>
            <a:r>
              <a:rPr lang="en" sz="1900"/>
              <a:t>Recently, Generative AI has become widely used, with many advantages. Because of this accessibility, clients increasingly attempt to create software by describing their needs to an AI tool and expecting it to generate a complete solution.</a:t>
            </a:r>
            <a:br>
              <a:rPr lang="en" sz="1900"/>
            </a:br>
            <a:endParaRPr sz="1900"/>
          </a:p>
          <a:p>
            <a:pPr indent="-349250" lvl="0" marL="457200" rtl="0" algn="l">
              <a:spcBef>
                <a:spcPts val="0"/>
              </a:spcBef>
              <a:spcAft>
                <a:spcPts val="0"/>
              </a:spcAft>
              <a:buSzPts val="1900"/>
              <a:buAutoNum type="arabicPeriod"/>
            </a:pPr>
            <a:r>
              <a:rPr lang="en" sz="1900"/>
              <a:t>Although GenAI tools can generate code, they may not meet the requirements, have mistakes, or fill in missing information with assumptions that do not match the client’s intent.</a:t>
            </a:r>
            <a:br>
              <a:rPr lang="en" sz="1900"/>
            </a:br>
            <a:endParaRPr sz="1900"/>
          </a:p>
          <a:p>
            <a:pPr indent="-349250" lvl="0" marL="457200" rtl="0" algn="l">
              <a:spcBef>
                <a:spcPts val="0"/>
              </a:spcBef>
              <a:spcAft>
                <a:spcPts val="0"/>
              </a:spcAft>
              <a:buSzPts val="1900"/>
              <a:buAutoNum type="arabicPeriod"/>
            </a:pPr>
            <a:r>
              <a:rPr lang="en" sz="1900"/>
              <a:t>To discuss about bridging the gap between free-text ambiguity and reliable software architecture, for our research, we chose OPM and its corresponding </a:t>
            </a:r>
            <a:r>
              <a:rPr lang="en" sz="1900"/>
              <a:t>language</a:t>
            </a:r>
            <a:r>
              <a:rPr lang="en" sz="1900"/>
              <a:t> OPL as our basis for the system structure.</a:t>
            </a:r>
            <a:br>
              <a:rPr lang="en" sz="1900"/>
            </a:br>
            <a:endParaRPr sz="1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g38708c5669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g38708c5669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of OPM &amp; OPL file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g3d50a40e03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6" name="Google Shape;2016;g3d50a40e03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What solutions are existing today?</a:t>
            </a:r>
            <a:br>
              <a:rPr lang="en" sz="1800"/>
            </a:br>
            <a:r>
              <a:rPr lang="en" sz="1800"/>
              <a:t>1. </a:t>
            </a:r>
            <a:r>
              <a:rPr lang="en" sz="1800"/>
              <a:t>c</a:t>
            </a:r>
            <a:r>
              <a:rPr lang="en" sz="1800"/>
              <a:t>hatGPT is user-friendly, and supports a natural </a:t>
            </a:r>
            <a:r>
              <a:rPr lang="en" sz="1800"/>
              <a:t>language</a:t>
            </a:r>
            <a:r>
              <a:rPr lang="en" sz="1800"/>
              <a:t> communication.</a:t>
            </a:r>
            <a:br>
              <a:rPr lang="en" sz="1800"/>
            </a:br>
            <a:r>
              <a:rPr lang="en" sz="1800"/>
              <a:t>However, its generated responses may produce outputs that are syntactically correct yet semantically incorrect</a:t>
            </a:r>
            <a:endParaRPr sz="1800"/>
          </a:p>
          <a:p>
            <a:pPr indent="0" lvl="0" marL="0" rtl="0" algn="l">
              <a:spcBef>
                <a:spcPts val="0"/>
              </a:spcBef>
              <a:spcAft>
                <a:spcPts val="0"/>
              </a:spcAft>
              <a:buNone/>
            </a:pPr>
            <a:br>
              <a:rPr lang="en" sz="1800"/>
            </a:br>
            <a:r>
              <a:rPr lang="en" sz="1800"/>
              <a:t>2. Base44 is an </a:t>
            </a:r>
            <a:r>
              <a:rPr lang="en" sz="1800"/>
              <a:t>AI-driven application builder,which allow users to describe an application in natural language and automatically generate full-stack solutions.</a:t>
            </a:r>
            <a:br>
              <a:rPr lang="en" sz="1800"/>
            </a:br>
            <a:r>
              <a:rPr lang="en" sz="1800"/>
              <a:t>However, Base44 offers no formal guarantees of correctness, consistency, or traceability, relying instead on unstructured prompts.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3. Visual Paradigm - modeling tool that supports the visual representation of software systems like UML and SysML.</a:t>
            </a:r>
            <a:br>
              <a:rPr lang="en" sz="1800"/>
            </a:br>
            <a:r>
              <a:rPr lang="en" sz="1800"/>
              <a:t>While valuable for communicating design decisions, </a:t>
            </a:r>
            <a:br>
              <a:rPr lang="en" sz="1800"/>
            </a:br>
            <a:r>
              <a:rPr lang="en" sz="1800"/>
              <a:t>However, it primarily operates at the design level and does not generate executable code.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4. Finally, another software solution we reviewed is MAXIM via OPCloud.</a:t>
            </a:r>
            <a:endParaRPr sz="1800"/>
          </a:p>
          <a:p>
            <a:pPr indent="0" lvl="0" marL="0" rtl="0" algn="l">
              <a:spcBef>
                <a:spcPts val="0"/>
              </a:spcBef>
              <a:spcAft>
                <a:spcPts val="0"/>
              </a:spcAft>
              <a:buClr>
                <a:schemeClr val="dk1"/>
              </a:buClr>
              <a:buSzPts val="1100"/>
              <a:buFont typeface="Arial"/>
              <a:buNone/>
            </a:pPr>
            <a:r>
              <a:rPr lang="en" sz="1800"/>
              <a:t>When executed, the model visually shows the interaction between objects and processes.</a:t>
            </a:r>
            <a:br>
              <a:rPr lang="en" sz="1800"/>
            </a:br>
            <a:r>
              <a:rPr lang="en" sz="1800"/>
              <a:t>However, MAXIM does not support code generation and require manual intervention.</a:t>
            </a:r>
            <a:endParaRPr sz="1800"/>
          </a:p>
          <a:p>
            <a:pPr indent="0" lvl="0" marL="0" rtl="0" algn="l">
              <a:spcBef>
                <a:spcPts val="0"/>
              </a:spcBef>
              <a:spcAft>
                <a:spcPts val="0"/>
              </a:spcAft>
              <a:buNone/>
            </a:pPr>
            <a:r>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3c978e84b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2" name="Google Shape;2022;g3c978e84b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g3d50a40e03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g3d50a40e03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g3c978e84b1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4" name="Google Shape;2034;g3c978e84b1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8" name="Shape 2038"/>
        <p:cNvGrpSpPr/>
        <p:nvPr/>
      </p:nvGrpSpPr>
      <p:grpSpPr>
        <a:xfrm>
          <a:off x="0" y="0"/>
          <a:ext cx="0" cy="0"/>
          <a:chOff x="0" y="0"/>
          <a:chExt cx="0" cy="0"/>
        </a:xfrm>
      </p:grpSpPr>
      <p:sp>
        <p:nvSpPr>
          <p:cNvPr id="2039" name="Google Shape;2039;g3c978e84b1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0" name="Google Shape;2040;g3c978e84b1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3c978e84b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6" name="Google Shape;2046;g3c978e84b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0" name="Shape 2050"/>
        <p:cNvGrpSpPr/>
        <p:nvPr/>
      </p:nvGrpSpPr>
      <p:grpSpPr>
        <a:xfrm>
          <a:off x="0" y="0"/>
          <a:ext cx="0" cy="0"/>
          <a:chOff x="0" y="0"/>
          <a:chExt cx="0" cy="0"/>
        </a:xfrm>
      </p:grpSpPr>
      <p:sp>
        <p:nvSpPr>
          <p:cNvPr id="2051" name="Google Shape;2051;g3c978e84b1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2" name="Google Shape;2052;g3c978e84b1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3c978e84b1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8" name="Google Shape;2058;g3c978e84b1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3c978e84b1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4" name="Google Shape;2064;g3c978e84b1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g3942e307fc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0" name="Google Shape;2070;g3942e307fc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g3c978e84b1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6" name="Google Shape;2076;g3c978e84b1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38708c5669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38708c5669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5" name="Shape 2085"/>
        <p:cNvGrpSpPr/>
        <p:nvPr/>
      </p:nvGrpSpPr>
      <p:grpSpPr>
        <a:xfrm>
          <a:off x="0" y="0"/>
          <a:ext cx="0" cy="0"/>
          <a:chOff x="0" y="0"/>
          <a:chExt cx="0" cy="0"/>
        </a:xfrm>
      </p:grpSpPr>
      <p:sp>
        <p:nvSpPr>
          <p:cNvPr id="2086" name="Google Shape;2086;g38708c5669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7" name="Google Shape;2087;g38708c5669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g3c978e84b1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2" name="Google Shape;2092;g3c978e84b1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g3c978e84b1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7" name="Google Shape;2097;g3c978e84b1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35450" y="1404700"/>
            <a:ext cx="6346200" cy="1913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735452" y="3536306"/>
            <a:ext cx="5025600" cy="202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800"/>
              <a:buFont typeface="Dosis"/>
              <a:buNone/>
              <a:defRPr sz="1800">
                <a:solidFill>
                  <a:schemeClr val="lt1"/>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 name="Google Shape;11;p2"/>
          <p:cNvSpPr/>
          <p:nvPr/>
        </p:nvSpPr>
        <p:spPr>
          <a:xfrm rot="4285105">
            <a:off x="2750184" y="497757"/>
            <a:ext cx="296559" cy="256335"/>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3337925" y="269463"/>
            <a:ext cx="892900" cy="888725"/>
            <a:chOff x="3655725" y="3261075"/>
            <a:chExt cx="892900" cy="888725"/>
          </a:xfrm>
        </p:grpSpPr>
        <p:sp>
          <p:nvSpPr>
            <p:cNvPr id="13" name="Google Shape;13;p2"/>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
          <p:cNvGrpSpPr/>
          <p:nvPr/>
        </p:nvGrpSpPr>
        <p:grpSpPr>
          <a:xfrm>
            <a:off x="5470450" y="477700"/>
            <a:ext cx="378900" cy="472250"/>
            <a:chOff x="2459875" y="3181675"/>
            <a:chExt cx="378900" cy="472250"/>
          </a:xfrm>
        </p:grpSpPr>
        <p:sp>
          <p:nvSpPr>
            <p:cNvPr id="20" name="Google Shape;20;p2"/>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 name="Google Shape;23;p2"/>
          <p:cNvSpPr/>
          <p:nvPr/>
        </p:nvSpPr>
        <p:spPr>
          <a:xfrm rot="-1005388">
            <a:off x="6669674" y="21662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 name="Google Shape;24;p2"/>
          <p:cNvGrpSpPr/>
          <p:nvPr/>
        </p:nvGrpSpPr>
        <p:grpSpPr>
          <a:xfrm>
            <a:off x="5383364" y="539488"/>
            <a:ext cx="3646522" cy="4007720"/>
            <a:chOff x="5348750" y="2347100"/>
            <a:chExt cx="1108500" cy="1218300"/>
          </a:xfrm>
        </p:grpSpPr>
        <p:sp>
          <p:nvSpPr>
            <p:cNvPr id="25" name="Google Shape;25;p2"/>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rot="1266272">
            <a:off x="385985" y="1543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 name="Google Shape;41;p2"/>
          <p:cNvGrpSpPr/>
          <p:nvPr/>
        </p:nvGrpSpPr>
        <p:grpSpPr>
          <a:xfrm rot="-5400000">
            <a:off x="11825" y="3579125"/>
            <a:ext cx="2289250" cy="3059825"/>
            <a:chOff x="2215325" y="2417050"/>
            <a:chExt cx="2289250" cy="3059825"/>
          </a:xfrm>
        </p:grpSpPr>
        <p:sp>
          <p:nvSpPr>
            <p:cNvPr id="42" name="Google Shape;42;p2"/>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 name="Google Shape;74;p2"/>
          <p:cNvSpPr/>
          <p:nvPr/>
        </p:nvSpPr>
        <p:spPr>
          <a:xfrm rot="-1004951">
            <a:off x="8062589" y="4041054"/>
            <a:ext cx="296687" cy="256257"/>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 name="Google Shape;75;p2"/>
          <p:cNvGrpSpPr/>
          <p:nvPr/>
        </p:nvGrpSpPr>
        <p:grpSpPr>
          <a:xfrm>
            <a:off x="4867207" y="3738819"/>
            <a:ext cx="1253407" cy="1311078"/>
            <a:chOff x="4385625" y="4289775"/>
            <a:chExt cx="983450" cy="1028700"/>
          </a:xfrm>
        </p:grpSpPr>
        <p:sp>
          <p:nvSpPr>
            <p:cNvPr id="76" name="Google Shape;76;p2"/>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2"/>
          <p:cNvGrpSpPr/>
          <p:nvPr/>
        </p:nvGrpSpPr>
        <p:grpSpPr>
          <a:xfrm>
            <a:off x="1398450" y="105475"/>
            <a:ext cx="481300" cy="473625"/>
            <a:chOff x="1433950" y="3130850"/>
            <a:chExt cx="481300" cy="473625"/>
          </a:xfrm>
        </p:grpSpPr>
        <p:sp>
          <p:nvSpPr>
            <p:cNvPr id="83" name="Google Shape;83;p2"/>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2"/>
          <p:cNvSpPr/>
          <p:nvPr/>
        </p:nvSpPr>
        <p:spPr>
          <a:xfrm rot="1265233">
            <a:off x="3649679" y="1552981"/>
            <a:ext cx="223465" cy="193267"/>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2"/>
          <p:cNvGrpSpPr/>
          <p:nvPr/>
        </p:nvGrpSpPr>
        <p:grpSpPr>
          <a:xfrm rot="-5400000">
            <a:off x="11825" y="3579125"/>
            <a:ext cx="2289250" cy="3059825"/>
            <a:chOff x="2215325" y="2417050"/>
            <a:chExt cx="2289250" cy="3059825"/>
          </a:xfrm>
        </p:grpSpPr>
        <p:sp>
          <p:nvSpPr>
            <p:cNvPr id="91" name="Google Shape;91;p2"/>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 name="Google Shape;123;p2"/>
          <p:cNvSpPr/>
          <p:nvPr/>
        </p:nvSpPr>
        <p:spPr>
          <a:xfrm rot="4285105">
            <a:off x="296322" y="3694207"/>
            <a:ext cx="296559" cy="256335"/>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p3"/>
          <p:cNvSpPr txBox="1"/>
          <p:nvPr>
            <p:ph type="title"/>
          </p:nvPr>
        </p:nvSpPr>
        <p:spPr>
          <a:xfrm>
            <a:off x="2057400" y="2728989"/>
            <a:ext cx="5029200" cy="4116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6" name="Google Shape;126;p3"/>
          <p:cNvSpPr txBox="1"/>
          <p:nvPr>
            <p:ph idx="1" type="subTitle"/>
          </p:nvPr>
        </p:nvSpPr>
        <p:spPr>
          <a:xfrm>
            <a:off x="3037200" y="3339369"/>
            <a:ext cx="3069600" cy="39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27" name="Google Shape;127;p3"/>
          <p:cNvSpPr txBox="1"/>
          <p:nvPr>
            <p:ph hasCustomPrompt="1" idx="2" type="title"/>
          </p:nvPr>
        </p:nvSpPr>
        <p:spPr>
          <a:xfrm>
            <a:off x="4027950" y="1640631"/>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128" name="Google Shape;128;p3"/>
          <p:cNvGrpSpPr/>
          <p:nvPr/>
        </p:nvGrpSpPr>
        <p:grpSpPr>
          <a:xfrm flipH="1" rot="-7723506">
            <a:off x="8141032" y="3154218"/>
            <a:ext cx="1253395" cy="1311066"/>
            <a:chOff x="4385625" y="4289775"/>
            <a:chExt cx="983450" cy="1028700"/>
          </a:xfrm>
        </p:grpSpPr>
        <p:sp>
          <p:nvSpPr>
            <p:cNvPr id="129" name="Google Shape;129;p3"/>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 name="Google Shape;135;p3"/>
          <p:cNvSpPr/>
          <p:nvPr/>
        </p:nvSpPr>
        <p:spPr>
          <a:xfrm rot="-9533728">
            <a:off x="7802584" y="3316759"/>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 name="Google Shape;136;p3"/>
          <p:cNvGrpSpPr/>
          <p:nvPr/>
        </p:nvGrpSpPr>
        <p:grpSpPr>
          <a:xfrm rot="10800000">
            <a:off x="7211142" y="3672054"/>
            <a:ext cx="481300" cy="473625"/>
            <a:chOff x="1433950" y="3130850"/>
            <a:chExt cx="481300" cy="473625"/>
          </a:xfrm>
        </p:grpSpPr>
        <p:sp>
          <p:nvSpPr>
            <p:cNvPr id="137" name="Google Shape;137;p3"/>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3"/>
          <p:cNvGrpSpPr/>
          <p:nvPr/>
        </p:nvGrpSpPr>
        <p:grpSpPr>
          <a:xfrm rot="10800000">
            <a:off x="7642642" y="4401791"/>
            <a:ext cx="892900" cy="888725"/>
            <a:chOff x="3655725" y="3261075"/>
            <a:chExt cx="892900" cy="888725"/>
          </a:xfrm>
        </p:grpSpPr>
        <p:sp>
          <p:nvSpPr>
            <p:cNvPr id="144" name="Google Shape;144;p3"/>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3"/>
          <p:cNvGrpSpPr/>
          <p:nvPr/>
        </p:nvGrpSpPr>
        <p:grpSpPr>
          <a:xfrm flipH="1" rot="3076494">
            <a:off x="-303535" y="-214130"/>
            <a:ext cx="1253395" cy="1311066"/>
            <a:chOff x="4385625" y="4289775"/>
            <a:chExt cx="983450" cy="1028700"/>
          </a:xfrm>
        </p:grpSpPr>
        <p:sp>
          <p:nvSpPr>
            <p:cNvPr id="151" name="Google Shape;151;p3"/>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3"/>
          <p:cNvSpPr/>
          <p:nvPr/>
        </p:nvSpPr>
        <p:spPr>
          <a:xfrm rot="1266272">
            <a:off x="385985" y="1543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3"/>
          <p:cNvGrpSpPr/>
          <p:nvPr/>
        </p:nvGrpSpPr>
        <p:grpSpPr>
          <a:xfrm>
            <a:off x="1398450" y="105475"/>
            <a:ext cx="481300" cy="473625"/>
            <a:chOff x="1433950" y="3130850"/>
            <a:chExt cx="481300" cy="473625"/>
          </a:xfrm>
        </p:grpSpPr>
        <p:sp>
          <p:nvSpPr>
            <p:cNvPr id="159" name="Google Shape;159;p3"/>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 name="Google Shape;165;p3"/>
          <p:cNvGrpSpPr/>
          <p:nvPr/>
        </p:nvGrpSpPr>
        <p:grpSpPr>
          <a:xfrm>
            <a:off x="555350" y="-1039362"/>
            <a:ext cx="892900" cy="888725"/>
            <a:chOff x="3655725" y="3261075"/>
            <a:chExt cx="892900" cy="888725"/>
          </a:xfrm>
        </p:grpSpPr>
        <p:sp>
          <p:nvSpPr>
            <p:cNvPr id="166" name="Google Shape;166;p3"/>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2" name="Shape 172"/>
        <p:cNvGrpSpPr/>
        <p:nvPr/>
      </p:nvGrpSpPr>
      <p:grpSpPr>
        <a:xfrm>
          <a:off x="0" y="0"/>
          <a:ext cx="0" cy="0"/>
          <a:chOff x="0" y="0"/>
          <a:chExt cx="0" cy="0"/>
        </a:xfrm>
      </p:grpSpPr>
      <p:sp>
        <p:nvSpPr>
          <p:cNvPr id="173" name="Google Shape;173;p4"/>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p:txBody>
      </p:sp>
      <p:sp>
        <p:nvSpPr>
          <p:cNvPr id="174" name="Google Shape;174;p4"/>
          <p:cNvSpPr txBox="1"/>
          <p:nvPr>
            <p:ph idx="1" type="body"/>
          </p:nvPr>
        </p:nvSpPr>
        <p:spPr>
          <a:xfrm>
            <a:off x="713225" y="1021650"/>
            <a:ext cx="7717500" cy="34995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AutoNum type="arabicPeriod"/>
              <a:defRPr sz="1200"/>
            </a:lvl1pPr>
            <a:lvl2pPr indent="-330200" lvl="1" marL="914400" rtl="0">
              <a:spcBef>
                <a:spcPts val="0"/>
              </a:spcBef>
              <a:spcAft>
                <a:spcPts val="0"/>
              </a:spcAft>
              <a:buSzPts val="1600"/>
              <a:buAutoNum type="alphaLcPeriod"/>
              <a:defRPr/>
            </a:lvl2pPr>
            <a:lvl3pPr indent="-330200" lvl="2" marL="1371600" rtl="0">
              <a:spcBef>
                <a:spcPts val="0"/>
              </a:spcBef>
              <a:spcAft>
                <a:spcPts val="0"/>
              </a:spcAft>
              <a:buSzPts val="1600"/>
              <a:buAutoNum type="romanLcPeriod"/>
              <a:defRPr/>
            </a:lvl3pPr>
            <a:lvl4pPr indent="-330200" lvl="3" marL="1828800" rtl="0">
              <a:spcBef>
                <a:spcPts val="0"/>
              </a:spcBef>
              <a:spcAft>
                <a:spcPts val="0"/>
              </a:spcAft>
              <a:buSzPts val="1600"/>
              <a:buAutoNum type="arabicPeriod"/>
              <a:defRPr/>
            </a:lvl4pPr>
            <a:lvl5pPr indent="-330200" lvl="4" marL="2286000" rtl="0">
              <a:spcBef>
                <a:spcPts val="0"/>
              </a:spcBef>
              <a:spcAft>
                <a:spcPts val="0"/>
              </a:spcAft>
              <a:buSzPts val="1600"/>
              <a:buAutoNum type="alphaLcPeriod"/>
              <a:defRPr/>
            </a:lvl5pPr>
            <a:lvl6pPr indent="-330200" lvl="5" marL="2743200" rtl="0">
              <a:spcBef>
                <a:spcPts val="0"/>
              </a:spcBef>
              <a:spcAft>
                <a:spcPts val="0"/>
              </a:spcAft>
              <a:buSzPts val="1600"/>
              <a:buAutoNum type="romanLcPeriod"/>
              <a:defRPr/>
            </a:lvl6pPr>
            <a:lvl7pPr indent="-330200" lvl="6" marL="3200400" rtl="0">
              <a:spcBef>
                <a:spcPts val="0"/>
              </a:spcBef>
              <a:spcAft>
                <a:spcPts val="0"/>
              </a:spcAft>
              <a:buSzPts val="1600"/>
              <a:buAutoNum type="arabicPeriod"/>
              <a:defRPr/>
            </a:lvl7pPr>
            <a:lvl8pPr indent="-330200" lvl="7" marL="3657600" rtl="0">
              <a:spcBef>
                <a:spcPts val="0"/>
              </a:spcBef>
              <a:spcAft>
                <a:spcPts val="0"/>
              </a:spcAft>
              <a:buSzPts val="1600"/>
              <a:buAutoNum type="alphaLcPeriod"/>
              <a:defRPr/>
            </a:lvl8pPr>
            <a:lvl9pPr indent="-330200" lvl="8" marL="4114800" rtl="0">
              <a:spcBef>
                <a:spcPts val="0"/>
              </a:spcBef>
              <a:spcAft>
                <a:spcPts val="0"/>
              </a:spcAft>
              <a:buSzPts val="1600"/>
              <a:buAutoNum type="romanLcPeriod"/>
              <a:defRPr/>
            </a:lvl9pPr>
          </a:lstStyle>
          <a:p/>
        </p:txBody>
      </p:sp>
      <p:grpSp>
        <p:nvGrpSpPr>
          <p:cNvPr id="175" name="Google Shape;175;p4"/>
          <p:cNvGrpSpPr/>
          <p:nvPr/>
        </p:nvGrpSpPr>
        <p:grpSpPr>
          <a:xfrm rot="-5400000">
            <a:off x="3558350" y="-2231150"/>
            <a:ext cx="2289250" cy="3059825"/>
            <a:chOff x="2215325" y="2417050"/>
            <a:chExt cx="2289250" cy="3059825"/>
          </a:xfrm>
        </p:grpSpPr>
        <p:sp>
          <p:nvSpPr>
            <p:cNvPr id="176" name="Google Shape;176;p4"/>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4"/>
          <p:cNvGrpSpPr/>
          <p:nvPr/>
        </p:nvGrpSpPr>
        <p:grpSpPr>
          <a:xfrm flipH="1" rot="-2085203">
            <a:off x="7940386" y="47755"/>
            <a:ext cx="1198514" cy="1244002"/>
            <a:chOff x="238125" y="3112025"/>
            <a:chExt cx="716000" cy="743175"/>
          </a:xfrm>
        </p:grpSpPr>
        <p:sp>
          <p:nvSpPr>
            <p:cNvPr id="209" name="Google Shape;209;p4"/>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4"/>
          <p:cNvSpPr/>
          <p:nvPr/>
        </p:nvSpPr>
        <p:spPr>
          <a:xfrm rot="-1852365">
            <a:off x="7995334" y="4259300"/>
            <a:ext cx="1198519" cy="1036401"/>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
          <p:cNvSpPr/>
          <p:nvPr/>
        </p:nvSpPr>
        <p:spPr>
          <a:xfrm rot="-1853654">
            <a:off x="8681008" y="4805923"/>
            <a:ext cx="296813" cy="256579"/>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4"/>
          <p:cNvGrpSpPr/>
          <p:nvPr/>
        </p:nvGrpSpPr>
        <p:grpSpPr>
          <a:xfrm rot="-2700000">
            <a:off x="8368168" y="2927841"/>
            <a:ext cx="481295" cy="473620"/>
            <a:chOff x="1433950" y="3130850"/>
            <a:chExt cx="481300" cy="473625"/>
          </a:xfrm>
        </p:grpSpPr>
        <p:sp>
          <p:nvSpPr>
            <p:cNvPr id="215" name="Google Shape;215;p4"/>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4"/>
          <p:cNvGrpSpPr/>
          <p:nvPr/>
        </p:nvGrpSpPr>
        <p:grpSpPr>
          <a:xfrm rot="3748678">
            <a:off x="3565788" y="4442589"/>
            <a:ext cx="2012425" cy="2211761"/>
            <a:chOff x="5348750" y="2347100"/>
            <a:chExt cx="1108500" cy="1218300"/>
          </a:xfrm>
        </p:grpSpPr>
        <p:sp>
          <p:nvSpPr>
            <p:cNvPr id="222" name="Google Shape;222;p4"/>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 name="Google Shape;237;p4"/>
          <p:cNvGrpSpPr/>
          <p:nvPr/>
        </p:nvGrpSpPr>
        <p:grpSpPr>
          <a:xfrm>
            <a:off x="176450" y="4439275"/>
            <a:ext cx="378900" cy="472250"/>
            <a:chOff x="2459875" y="3181675"/>
            <a:chExt cx="378900" cy="472250"/>
          </a:xfrm>
        </p:grpSpPr>
        <p:sp>
          <p:nvSpPr>
            <p:cNvPr id="238" name="Google Shape;238;p4"/>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4"/>
          <p:cNvGrpSpPr/>
          <p:nvPr/>
        </p:nvGrpSpPr>
        <p:grpSpPr>
          <a:xfrm flipH="1" rot="3076494">
            <a:off x="-303535" y="-214130"/>
            <a:ext cx="1253395" cy="1311066"/>
            <a:chOff x="4385625" y="4289775"/>
            <a:chExt cx="983450" cy="1028700"/>
          </a:xfrm>
        </p:grpSpPr>
        <p:sp>
          <p:nvSpPr>
            <p:cNvPr id="242" name="Google Shape;242;p4"/>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8" name="Shape 248"/>
        <p:cNvGrpSpPr/>
        <p:nvPr/>
      </p:nvGrpSpPr>
      <p:grpSpPr>
        <a:xfrm>
          <a:off x="0" y="0"/>
          <a:ext cx="0" cy="0"/>
          <a:chOff x="0" y="0"/>
          <a:chExt cx="0" cy="0"/>
        </a:xfrm>
      </p:grpSpPr>
      <p:sp>
        <p:nvSpPr>
          <p:cNvPr id="249" name="Google Shape;249;p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0" name="Google Shape;250;p5"/>
          <p:cNvSpPr txBox="1"/>
          <p:nvPr>
            <p:ph idx="1" type="subTitle"/>
          </p:nvPr>
        </p:nvSpPr>
        <p:spPr>
          <a:xfrm>
            <a:off x="1353375" y="2735693"/>
            <a:ext cx="2578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251" name="Google Shape;251;p5"/>
          <p:cNvSpPr txBox="1"/>
          <p:nvPr>
            <p:ph idx="2" type="subTitle"/>
          </p:nvPr>
        </p:nvSpPr>
        <p:spPr>
          <a:xfrm>
            <a:off x="5213625" y="2735693"/>
            <a:ext cx="2575500" cy="179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1600"/>
              <a:buFont typeface="Alef"/>
              <a:buNone/>
              <a:defRPr b="1" sz="2000"/>
            </a:lvl1pPr>
            <a:lvl2pPr lvl="1"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2pPr>
            <a:lvl3pPr lvl="2"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3pPr>
            <a:lvl4pPr lvl="3"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4pPr>
            <a:lvl5pPr lvl="4"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5pPr>
            <a:lvl6pPr lvl="5"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6pPr>
            <a:lvl7pPr lvl="6"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7pPr>
            <a:lvl8pPr lvl="7"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8pPr>
            <a:lvl9pPr lvl="8" rtl="0">
              <a:spcBef>
                <a:spcPts val="0"/>
              </a:spcBef>
              <a:spcAft>
                <a:spcPts val="0"/>
              </a:spcAft>
              <a:buClr>
                <a:schemeClr val="accent5"/>
              </a:buClr>
              <a:buSzPts val="1600"/>
              <a:buFont typeface="Alef"/>
              <a:buNone/>
              <a:defRPr b="1">
                <a:solidFill>
                  <a:schemeClr val="accent5"/>
                </a:solidFill>
                <a:latin typeface="Alef"/>
                <a:ea typeface="Alef"/>
                <a:cs typeface="Alef"/>
                <a:sym typeface="Alef"/>
              </a:defRPr>
            </a:lvl9pPr>
          </a:lstStyle>
          <a:p/>
        </p:txBody>
      </p:sp>
      <p:sp>
        <p:nvSpPr>
          <p:cNvPr id="252" name="Google Shape;252;p5"/>
          <p:cNvSpPr txBox="1"/>
          <p:nvPr>
            <p:ph idx="3" type="subTitle"/>
          </p:nvPr>
        </p:nvSpPr>
        <p:spPr>
          <a:xfrm>
            <a:off x="1354875" y="3127543"/>
            <a:ext cx="2575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sp>
        <p:nvSpPr>
          <p:cNvPr id="253" name="Google Shape;253;p5"/>
          <p:cNvSpPr txBox="1"/>
          <p:nvPr>
            <p:ph idx="4" type="subTitle"/>
          </p:nvPr>
        </p:nvSpPr>
        <p:spPr>
          <a:xfrm>
            <a:off x="5212125" y="3129918"/>
            <a:ext cx="25785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grpSp>
        <p:nvGrpSpPr>
          <p:cNvPr id="254" name="Google Shape;254;p5"/>
          <p:cNvGrpSpPr/>
          <p:nvPr/>
        </p:nvGrpSpPr>
        <p:grpSpPr>
          <a:xfrm>
            <a:off x="312450" y="232238"/>
            <a:ext cx="892900" cy="888725"/>
            <a:chOff x="3655725" y="3261075"/>
            <a:chExt cx="892900" cy="888725"/>
          </a:xfrm>
        </p:grpSpPr>
        <p:sp>
          <p:nvSpPr>
            <p:cNvPr id="255" name="Google Shape;255;p5"/>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 name="Google Shape;261;p5"/>
          <p:cNvGrpSpPr/>
          <p:nvPr/>
        </p:nvGrpSpPr>
        <p:grpSpPr>
          <a:xfrm rot="-3664003">
            <a:off x="3517088" y="3337568"/>
            <a:ext cx="2289293" cy="3059882"/>
            <a:chOff x="2215325" y="2417050"/>
            <a:chExt cx="2289250" cy="3059825"/>
          </a:xfrm>
        </p:grpSpPr>
        <p:sp>
          <p:nvSpPr>
            <p:cNvPr id="262" name="Google Shape;262;p5"/>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5"/>
          <p:cNvGrpSpPr/>
          <p:nvPr/>
        </p:nvGrpSpPr>
        <p:grpSpPr>
          <a:xfrm rot="-2887425">
            <a:off x="7899145" y="-749660"/>
            <a:ext cx="2012333" cy="2211660"/>
            <a:chOff x="5348750" y="2347100"/>
            <a:chExt cx="1108500" cy="1218300"/>
          </a:xfrm>
        </p:grpSpPr>
        <p:sp>
          <p:nvSpPr>
            <p:cNvPr id="295" name="Google Shape;295;p5"/>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5"/>
          <p:cNvGrpSpPr/>
          <p:nvPr/>
        </p:nvGrpSpPr>
        <p:grpSpPr>
          <a:xfrm>
            <a:off x="8032825" y="4085075"/>
            <a:ext cx="983450" cy="1028700"/>
            <a:chOff x="4385625" y="4289775"/>
            <a:chExt cx="983450" cy="1028700"/>
          </a:xfrm>
        </p:grpSpPr>
        <p:sp>
          <p:nvSpPr>
            <p:cNvPr id="311" name="Google Shape;311;p5"/>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7" name="Shape 317"/>
        <p:cNvGrpSpPr/>
        <p:nvPr/>
      </p:nvGrpSpPr>
      <p:grpSpPr>
        <a:xfrm>
          <a:off x="0" y="0"/>
          <a:ext cx="0" cy="0"/>
          <a:chOff x="0" y="0"/>
          <a:chExt cx="0" cy="0"/>
        </a:xfrm>
      </p:grpSpPr>
      <p:sp>
        <p:nvSpPr>
          <p:cNvPr id="318" name="Google Shape;318;p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319" name="Google Shape;319;p6"/>
          <p:cNvGrpSpPr/>
          <p:nvPr/>
        </p:nvGrpSpPr>
        <p:grpSpPr>
          <a:xfrm rot="-5400000">
            <a:off x="-413575" y="-1775500"/>
            <a:ext cx="2289250" cy="3059825"/>
            <a:chOff x="2215325" y="2417050"/>
            <a:chExt cx="2289250" cy="3059825"/>
          </a:xfrm>
        </p:grpSpPr>
        <p:sp>
          <p:nvSpPr>
            <p:cNvPr id="320" name="Google Shape;320;p6"/>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6"/>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6"/>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6"/>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6"/>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6"/>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6"/>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6"/>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6"/>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6"/>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6"/>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6"/>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6"/>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6"/>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6"/>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6"/>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6"/>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6"/>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6"/>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6"/>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 name="Google Shape;352;p6"/>
          <p:cNvGrpSpPr/>
          <p:nvPr/>
        </p:nvGrpSpPr>
        <p:grpSpPr>
          <a:xfrm flipH="1" rot="-2085203">
            <a:off x="7940386" y="-28445"/>
            <a:ext cx="1198514" cy="1244002"/>
            <a:chOff x="238125" y="3112025"/>
            <a:chExt cx="716000" cy="743175"/>
          </a:xfrm>
        </p:grpSpPr>
        <p:sp>
          <p:nvSpPr>
            <p:cNvPr id="353" name="Google Shape;353;p6"/>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 name="Google Shape;356;p6"/>
          <p:cNvGrpSpPr/>
          <p:nvPr/>
        </p:nvGrpSpPr>
        <p:grpSpPr>
          <a:xfrm rot="-2700000">
            <a:off x="8527743" y="1234166"/>
            <a:ext cx="481295" cy="473620"/>
            <a:chOff x="1433950" y="3130850"/>
            <a:chExt cx="481300" cy="473625"/>
          </a:xfrm>
        </p:grpSpPr>
        <p:sp>
          <p:nvSpPr>
            <p:cNvPr id="357" name="Google Shape;357;p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 name="Google Shape;363;p6"/>
          <p:cNvGrpSpPr/>
          <p:nvPr/>
        </p:nvGrpSpPr>
        <p:grpSpPr>
          <a:xfrm>
            <a:off x="7211425" y="193150"/>
            <a:ext cx="481300" cy="473625"/>
            <a:chOff x="1433950" y="3130850"/>
            <a:chExt cx="481300" cy="473625"/>
          </a:xfrm>
        </p:grpSpPr>
        <p:sp>
          <p:nvSpPr>
            <p:cNvPr id="364" name="Google Shape;364;p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 name="Google Shape;370;p6"/>
          <p:cNvGrpSpPr/>
          <p:nvPr/>
        </p:nvGrpSpPr>
        <p:grpSpPr>
          <a:xfrm flipH="1" rot="1156429">
            <a:off x="8241088" y="4363343"/>
            <a:ext cx="378919" cy="472274"/>
            <a:chOff x="2459875" y="3181675"/>
            <a:chExt cx="378900" cy="472250"/>
          </a:xfrm>
        </p:grpSpPr>
        <p:sp>
          <p:nvSpPr>
            <p:cNvPr id="371" name="Google Shape;371;p6"/>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6"/>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 name="Google Shape;374;p6"/>
          <p:cNvGrpSpPr/>
          <p:nvPr/>
        </p:nvGrpSpPr>
        <p:grpSpPr>
          <a:xfrm flipH="1" rot="3076494">
            <a:off x="-346710" y="3744920"/>
            <a:ext cx="1253395" cy="1311066"/>
            <a:chOff x="4385625" y="4289775"/>
            <a:chExt cx="983450" cy="1028700"/>
          </a:xfrm>
        </p:grpSpPr>
        <p:sp>
          <p:nvSpPr>
            <p:cNvPr id="375" name="Google Shape;375;p6"/>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6"/>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6"/>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6"/>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6"/>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6"/>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1" name="Google Shape;381;p6"/>
          <p:cNvSpPr/>
          <p:nvPr/>
        </p:nvSpPr>
        <p:spPr>
          <a:xfrm rot="1266272">
            <a:off x="342810" y="411335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2" name="Shape 382"/>
        <p:cNvGrpSpPr/>
        <p:nvPr/>
      </p:nvGrpSpPr>
      <p:grpSpPr>
        <a:xfrm>
          <a:off x="0" y="0"/>
          <a:ext cx="0" cy="0"/>
          <a:chOff x="0" y="0"/>
          <a:chExt cx="0" cy="0"/>
        </a:xfrm>
      </p:grpSpPr>
      <p:sp>
        <p:nvSpPr>
          <p:cNvPr id="383" name="Google Shape;383;p7"/>
          <p:cNvSpPr txBox="1"/>
          <p:nvPr>
            <p:ph type="title"/>
          </p:nvPr>
        </p:nvSpPr>
        <p:spPr>
          <a:xfrm>
            <a:off x="2057400" y="3269611"/>
            <a:ext cx="5029200" cy="4116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sz="45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4" name="Google Shape;384;p7"/>
          <p:cNvSpPr txBox="1"/>
          <p:nvPr>
            <p:ph idx="1" type="subTitle"/>
          </p:nvPr>
        </p:nvSpPr>
        <p:spPr>
          <a:xfrm>
            <a:off x="2057400" y="3924785"/>
            <a:ext cx="50292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385" name="Google Shape;385;p7"/>
          <p:cNvGrpSpPr/>
          <p:nvPr/>
        </p:nvGrpSpPr>
        <p:grpSpPr>
          <a:xfrm rot="5400000">
            <a:off x="7901750" y="3445750"/>
            <a:ext cx="2289250" cy="3059825"/>
            <a:chOff x="2215325" y="2417050"/>
            <a:chExt cx="2289250" cy="3059825"/>
          </a:xfrm>
        </p:grpSpPr>
        <p:sp>
          <p:nvSpPr>
            <p:cNvPr id="386" name="Google Shape;386;p7"/>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7"/>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7"/>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7"/>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7"/>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7"/>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7"/>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7"/>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7"/>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7"/>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7"/>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7"/>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7"/>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7"/>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7"/>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7"/>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7"/>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7"/>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7"/>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7"/>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7"/>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7"/>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7"/>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7"/>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7"/>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7"/>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7"/>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7"/>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7"/>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 name="Google Shape;418;p7"/>
          <p:cNvGrpSpPr/>
          <p:nvPr/>
        </p:nvGrpSpPr>
        <p:grpSpPr>
          <a:xfrm>
            <a:off x="-296872" y="3728666"/>
            <a:ext cx="1198512" cy="1244001"/>
            <a:chOff x="238125" y="3112025"/>
            <a:chExt cx="716000" cy="743175"/>
          </a:xfrm>
        </p:grpSpPr>
        <p:sp>
          <p:nvSpPr>
            <p:cNvPr id="419" name="Google Shape;419;p7"/>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7"/>
          <p:cNvGrpSpPr/>
          <p:nvPr/>
        </p:nvGrpSpPr>
        <p:grpSpPr>
          <a:xfrm>
            <a:off x="252650" y="4439275"/>
            <a:ext cx="378900" cy="472250"/>
            <a:chOff x="2459875" y="3181675"/>
            <a:chExt cx="378900" cy="472250"/>
          </a:xfrm>
        </p:grpSpPr>
        <p:sp>
          <p:nvSpPr>
            <p:cNvPr id="423" name="Google Shape;423;p7"/>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7"/>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7"/>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7"/>
          <p:cNvGrpSpPr/>
          <p:nvPr/>
        </p:nvGrpSpPr>
        <p:grpSpPr>
          <a:xfrm rot="-2700000">
            <a:off x="8368168" y="2927841"/>
            <a:ext cx="481295" cy="473620"/>
            <a:chOff x="1433950" y="3130850"/>
            <a:chExt cx="481300" cy="473625"/>
          </a:xfrm>
        </p:grpSpPr>
        <p:sp>
          <p:nvSpPr>
            <p:cNvPr id="427" name="Google Shape;427;p7"/>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7"/>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7"/>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7"/>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 name="Google Shape;433;p7"/>
          <p:cNvGrpSpPr/>
          <p:nvPr/>
        </p:nvGrpSpPr>
        <p:grpSpPr>
          <a:xfrm>
            <a:off x="8499400" y="1373050"/>
            <a:ext cx="378900" cy="472250"/>
            <a:chOff x="2459875" y="3181675"/>
            <a:chExt cx="378900" cy="472250"/>
          </a:xfrm>
        </p:grpSpPr>
        <p:sp>
          <p:nvSpPr>
            <p:cNvPr id="434" name="Google Shape;434;p7"/>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7"/>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7"/>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7" name="Shape 437"/>
        <p:cNvGrpSpPr/>
        <p:nvPr/>
      </p:nvGrpSpPr>
      <p:grpSpPr>
        <a:xfrm>
          <a:off x="0" y="0"/>
          <a:ext cx="0" cy="0"/>
          <a:chOff x="0" y="0"/>
          <a:chExt cx="0" cy="0"/>
        </a:xfrm>
      </p:grpSpPr>
      <p:sp>
        <p:nvSpPr>
          <p:cNvPr id="438" name="Google Shape;438;p8"/>
          <p:cNvSpPr txBox="1"/>
          <p:nvPr>
            <p:ph type="title"/>
          </p:nvPr>
        </p:nvSpPr>
        <p:spPr>
          <a:xfrm>
            <a:off x="1427550" y="1626600"/>
            <a:ext cx="6288900" cy="1890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39" name="Google Shape;439;p8"/>
          <p:cNvGrpSpPr/>
          <p:nvPr/>
        </p:nvGrpSpPr>
        <p:grpSpPr>
          <a:xfrm rot="1867731">
            <a:off x="7336379" y="3541245"/>
            <a:ext cx="2012377" cy="2211709"/>
            <a:chOff x="5348750" y="2347100"/>
            <a:chExt cx="1108500" cy="1218300"/>
          </a:xfrm>
        </p:grpSpPr>
        <p:sp>
          <p:nvSpPr>
            <p:cNvPr id="440" name="Google Shape;440;p8"/>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8"/>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8"/>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8"/>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8"/>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8"/>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8"/>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8"/>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8"/>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8"/>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8"/>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8"/>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8"/>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8"/>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8"/>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 name="Google Shape;455;p8"/>
          <p:cNvGrpSpPr/>
          <p:nvPr/>
        </p:nvGrpSpPr>
        <p:grpSpPr>
          <a:xfrm rot="-1881094">
            <a:off x="7902967" y="2526187"/>
            <a:ext cx="1253394" cy="1311064"/>
            <a:chOff x="4385625" y="4289775"/>
            <a:chExt cx="983450" cy="1028700"/>
          </a:xfrm>
        </p:grpSpPr>
        <p:sp>
          <p:nvSpPr>
            <p:cNvPr id="456" name="Google Shape;456;p8"/>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8"/>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8"/>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8"/>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8"/>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8"/>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8"/>
          <p:cNvGrpSpPr/>
          <p:nvPr/>
        </p:nvGrpSpPr>
        <p:grpSpPr>
          <a:xfrm flipH="1" rot="3076494">
            <a:off x="-151135" y="243070"/>
            <a:ext cx="1253395" cy="1311066"/>
            <a:chOff x="4385625" y="4289775"/>
            <a:chExt cx="983450" cy="1028700"/>
          </a:xfrm>
        </p:grpSpPr>
        <p:sp>
          <p:nvSpPr>
            <p:cNvPr id="463" name="Google Shape;463;p8"/>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8"/>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8"/>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8"/>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8"/>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 name="Google Shape;469;p8"/>
          <p:cNvSpPr/>
          <p:nvPr/>
        </p:nvSpPr>
        <p:spPr>
          <a:xfrm rot="1266272">
            <a:off x="538385" y="6115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0" name="Google Shape;470;p8"/>
          <p:cNvGrpSpPr/>
          <p:nvPr/>
        </p:nvGrpSpPr>
        <p:grpSpPr>
          <a:xfrm>
            <a:off x="1550850" y="562675"/>
            <a:ext cx="481300" cy="473625"/>
            <a:chOff x="1433950" y="3130850"/>
            <a:chExt cx="481300" cy="473625"/>
          </a:xfrm>
        </p:grpSpPr>
        <p:sp>
          <p:nvSpPr>
            <p:cNvPr id="471" name="Google Shape;471;p8"/>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8"/>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8"/>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8"/>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8"/>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8"/>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8"/>
          <p:cNvGrpSpPr/>
          <p:nvPr/>
        </p:nvGrpSpPr>
        <p:grpSpPr>
          <a:xfrm>
            <a:off x="707750" y="-582162"/>
            <a:ext cx="892900" cy="888725"/>
            <a:chOff x="3655725" y="3261075"/>
            <a:chExt cx="892900" cy="888725"/>
          </a:xfrm>
        </p:grpSpPr>
        <p:sp>
          <p:nvSpPr>
            <p:cNvPr id="478" name="Google Shape;478;p8"/>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8"/>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8"/>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8"/>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8"/>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8"/>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4" name="Google Shape;484;p8"/>
          <p:cNvGrpSpPr/>
          <p:nvPr/>
        </p:nvGrpSpPr>
        <p:grpSpPr>
          <a:xfrm flipH="1" rot="-2085203">
            <a:off x="7940386" y="47755"/>
            <a:ext cx="1198514" cy="1244002"/>
            <a:chOff x="238125" y="3112025"/>
            <a:chExt cx="716000" cy="743175"/>
          </a:xfrm>
        </p:grpSpPr>
        <p:sp>
          <p:nvSpPr>
            <p:cNvPr id="485" name="Google Shape;485;p8"/>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8"/>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 name="Google Shape;488;p8"/>
          <p:cNvGrpSpPr/>
          <p:nvPr/>
        </p:nvGrpSpPr>
        <p:grpSpPr>
          <a:xfrm>
            <a:off x="7299250" y="477700"/>
            <a:ext cx="378900" cy="472250"/>
            <a:chOff x="2459875" y="3181675"/>
            <a:chExt cx="378900" cy="472250"/>
          </a:xfrm>
        </p:grpSpPr>
        <p:sp>
          <p:nvSpPr>
            <p:cNvPr id="489" name="Google Shape;489;p8"/>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8"/>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8"/>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2" name="Google Shape;492;p8"/>
          <p:cNvSpPr/>
          <p:nvPr/>
        </p:nvSpPr>
        <p:spPr>
          <a:xfrm rot="-1005388">
            <a:off x="7431674" y="6422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 name="Google Shape;493;p8"/>
          <p:cNvGrpSpPr/>
          <p:nvPr/>
        </p:nvGrpSpPr>
        <p:grpSpPr>
          <a:xfrm rot="-1404870">
            <a:off x="-260975" y="2798038"/>
            <a:ext cx="2289365" cy="3059978"/>
            <a:chOff x="2215325" y="2417050"/>
            <a:chExt cx="2289250" cy="3059825"/>
          </a:xfrm>
        </p:grpSpPr>
        <p:sp>
          <p:nvSpPr>
            <p:cNvPr id="494" name="Google Shape;494;p8"/>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8"/>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8"/>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8"/>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8"/>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8"/>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8"/>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8"/>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8"/>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8"/>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8"/>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8"/>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8"/>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8"/>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8"/>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8"/>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8"/>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8"/>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8"/>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8"/>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8"/>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8"/>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8"/>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8"/>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8"/>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8"/>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8"/>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8"/>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8"/>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8"/>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8"/>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26" name="Shape 526"/>
        <p:cNvGrpSpPr/>
        <p:nvPr/>
      </p:nvGrpSpPr>
      <p:grpSpPr>
        <a:xfrm>
          <a:off x="0" y="0"/>
          <a:ext cx="0" cy="0"/>
          <a:chOff x="0" y="0"/>
          <a:chExt cx="0" cy="0"/>
        </a:xfrm>
      </p:grpSpPr>
      <p:sp>
        <p:nvSpPr>
          <p:cNvPr id="527" name="Google Shape;527;p9"/>
          <p:cNvSpPr txBox="1"/>
          <p:nvPr>
            <p:ph type="title"/>
          </p:nvPr>
        </p:nvSpPr>
        <p:spPr>
          <a:xfrm>
            <a:off x="2148900" y="1922516"/>
            <a:ext cx="4846200" cy="4116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5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28" name="Google Shape;528;p9"/>
          <p:cNvSpPr txBox="1"/>
          <p:nvPr>
            <p:ph idx="1" type="subTitle"/>
          </p:nvPr>
        </p:nvSpPr>
        <p:spPr>
          <a:xfrm>
            <a:off x="2148900" y="2489584"/>
            <a:ext cx="4846200" cy="7314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529" name="Google Shape;529;p9"/>
          <p:cNvGrpSpPr/>
          <p:nvPr/>
        </p:nvGrpSpPr>
        <p:grpSpPr>
          <a:xfrm flipH="1">
            <a:off x="-1110036" y="124463"/>
            <a:ext cx="3646522" cy="4007720"/>
            <a:chOff x="5348750" y="2347100"/>
            <a:chExt cx="1108500" cy="1218300"/>
          </a:xfrm>
        </p:grpSpPr>
        <p:sp>
          <p:nvSpPr>
            <p:cNvPr id="530" name="Google Shape;530;p9"/>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9"/>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9"/>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9"/>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9"/>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9"/>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9"/>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9"/>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9"/>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9"/>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9"/>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9"/>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9"/>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9"/>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9"/>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5" name="Google Shape;545;p9"/>
          <p:cNvSpPr/>
          <p:nvPr/>
        </p:nvSpPr>
        <p:spPr>
          <a:xfrm flipH="1" rot="-1266272">
            <a:off x="7858638" y="316229"/>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 name="Google Shape;546;p9"/>
          <p:cNvGrpSpPr/>
          <p:nvPr/>
        </p:nvGrpSpPr>
        <p:grpSpPr>
          <a:xfrm flipH="1">
            <a:off x="7267196" y="267400"/>
            <a:ext cx="481300" cy="473625"/>
            <a:chOff x="1433950" y="3130850"/>
            <a:chExt cx="481300" cy="473625"/>
          </a:xfrm>
        </p:grpSpPr>
        <p:sp>
          <p:nvSpPr>
            <p:cNvPr id="547" name="Google Shape;547;p9"/>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9"/>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9"/>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9"/>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9"/>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9"/>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9"/>
          <p:cNvGrpSpPr/>
          <p:nvPr/>
        </p:nvGrpSpPr>
        <p:grpSpPr>
          <a:xfrm rot="-3076494">
            <a:off x="7662243" y="3503220"/>
            <a:ext cx="1253395" cy="1311066"/>
            <a:chOff x="4385625" y="4289775"/>
            <a:chExt cx="983450" cy="1028700"/>
          </a:xfrm>
        </p:grpSpPr>
        <p:sp>
          <p:nvSpPr>
            <p:cNvPr id="554" name="Google Shape;554;p9"/>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9"/>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9"/>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9"/>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9"/>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9"/>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 name="Google Shape;560;p9"/>
          <p:cNvGrpSpPr/>
          <p:nvPr/>
        </p:nvGrpSpPr>
        <p:grpSpPr>
          <a:xfrm flipH="1">
            <a:off x="7984328" y="2646813"/>
            <a:ext cx="892900" cy="888725"/>
            <a:chOff x="3655725" y="3261075"/>
            <a:chExt cx="892900" cy="888725"/>
          </a:xfrm>
        </p:grpSpPr>
        <p:sp>
          <p:nvSpPr>
            <p:cNvPr id="561" name="Google Shape;561;p9"/>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9"/>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9"/>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9"/>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9"/>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9"/>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 name="Google Shape;567;p9"/>
          <p:cNvGrpSpPr/>
          <p:nvPr/>
        </p:nvGrpSpPr>
        <p:grpSpPr>
          <a:xfrm>
            <a:off x="1430838" y="3624241"/>
            <a:ext cx="1198512" cy="1244001"/>
            <a:chOff x="238125" y="3112025"/>
            <a:chExt cx="716000" cy="743175"/>
          </a:xfrm>
        </p:grpSpPr>
        <p:sp>
          <p:nvSpPr>
            <p:cNvPr id="568" name="Google Shape;568;p9"/>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9"/>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9"/>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9"/>
          <p:cNvGrpSpPr/>
          <p:nvPr/>
        </p:nvGrpSpPr>
        <p:grpSpPr>
          <a:xfrm rot="-3648610">
            <a:off x="3634555" y="-1316569"/>
            <a:ext cx="2289227" cy="3059795"/>
            <a:chOff x="2215325" y="2417050"/>
            <a:chExt cx="2289250" cy="3059825"/>
          </a:xfrm>
        </p:grpSpPr>
        <p:sp>
          <p:nvSpPr>
            <p:cNvPr id="572" name="Google Shape;572;p9"/>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9"/>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9"/>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9"/>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9"/>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9"/>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9"/>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9"/>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9"/>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9"/>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9"/>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9"/>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9"/>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9"/>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9"/>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9"/>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9"/>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9"/>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9"/>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9"/>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9"/>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9"/>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9"/>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9"/>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9"/>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9"/>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9"/>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9"/>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9"/>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9"/>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9"/>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9"/>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4" name="Shape 604"/>
        <p:cNvGrpSpPr/>
        <p:nvPr/>
      </p:nvGrpSpPr>
      <p:grpSpPr>
        <a:xfrm>
          <a:off x="0" y="0"/>
          <a:ext cx="0" cy="0"/>
          <a:chOff x="0" y="0"/>
          <a:chExt cx="0" cy="0"/>
        </a:xfrm>
      </p:grpSpPr>
      <p:sp>
        <p:nvSpPr>
          <p:cNvPr id="605" name="Google Shape;605;p10"/>
          <p:cNvSpPr txBox="1"/>
          <p:nvPr>
            <p:ph idx="1" type="body"/>
          </p:nvPr>
        </p:nvSpPr>
        <p:spPr>
          <a:xfrm>
            <a:off x="708475" y="3633225"/>
            <a:ext cx="4090800" cy="938700"/>
          </a:xfrm>
          <a:prstGeom prst="rect">
            <a:avLst/>
          </a:prstGeom>
          <a:solidFill>
            <a:schemeClr val="dk2"/>
          </a:solidFill>
          <a:effectLst>
            <a:outerShdw rotWithShape="0" algn="bl" dir="2940000" dist="95250">
              <a:schemeClr val="accent1"/>
            </a:outerShdw>
          </a:effectLst>
        </p:spPr>
        <p:txBody>
          <a:bodyPr anchorCtr="0" anchor="ctr" bIns="91425" lIns="91425" spcFirstLastPara="1" rIns="91425" wrap="square" tIns="91425">
            <a:noAutofit/>
          </a:bodyPr>
          <a:lstStyle>
            <a:lvl1pPr indent="-228600" lvl="0" marL="457200" algn="r">
              <a:lnSpc>
                <a:spcPct val="100000"/>
              </a:lnSpc>
              <a:spcBef>
                <a:spcPts val="0"/>
              </a:spcBef>
              <a:spcAft>
                <a:spcPts val="0"/>
              </a:spcAft>
              <a:buSzPts val="1600"/>
              <a:buNone/>
              <a:defRPr sz="2800">
                <a:latin typeface="Nunito Sans Black"/>
                <a:ea typeface="Nunito Sans Black"/>
                <a:cs typeface="Nunito Sans Black"/>
                <a:sym typeface="Nunito Sans Black"/>
              </a:defRPr>
            </a:lvl1pPr>
          </a:lstStyle>
          <a:p/>
        </p:txBody>
      </p:sp>
      <p:grpSp>
        <p:nvGrpSpPr>
          <p:cNvPr id="606" name="Google Shape;606;p10"/>
          <p:cNvGrpSpPr/>
          <p:nvPr/>
        </p:nvGrpSpPr>
        <p:grpSpPr>
          <a:xfrm flipH="1" rot="8238603">
            <a:off x="8278926" y="4297363"/>
            <a:ext cx="715967" cy="743141"/>
            <a:chOff x="238125" y="3112025"/>
            <a:chExt cx="716000" cy="743175"/>
          </a:xfrm>
        </p:grpSpPr>
        <p:sp>
          <p:nvSpPr>
            <p:cNvPr id="607" name="Google Shape;607;p10"/>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rgbClr val="14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0"/>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0"/>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 name="Google Shape;610;p10"/>
          <p:cNvGrpSpPr/>
          <p:nvPr/>
        </p:nvGrpSpPr>
        <p:grpSpPr>
          <a:xfrm>
            <a:off x="8260775" y="1509875"/>
            <a:ext cx="481300" cy="473625"/>
            <a:chOff x="1433950" y="3130850"/>
            <a:chExt cx="481300" cy="473625"/>
          </a:xfrm>
        </p:grpSpPr>
        <p:sp>
          <p:nvSpPr>
            <p:cNvPr id="611" name="Google Shape;611;p10"/>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0"/>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0"/>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0"/>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0"/>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0"/>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10"/>
          <p:cNvGrpSpPr/>
          <p:nvPr/>
        </p:nvGrpSpPr>
        <p:grpSpPr>
          <a:xfrm flipH="1" rot="10800000">
            <a:off x="810450" y="3016171"/>
            <a:ext cx="378900" cy="472250"/>
            <a:chOff x="2459875" y="3181675"/>
            <a:chExt cx="378900" cy="472250"/>
          </a:xfrm>
        </p:grpSpPr>
        <p:sp>
          <p:nvSpPr>
            <p:cNvPr id="618" name="Google Shape;618;p10"/>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0"/>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0"/>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10"/>
          <p:cNvGrpSpPr/>
          <p:nvPr/>
        </p:nvGrpSpPr>
        <p:grpSpPr>
          <a:xfrm flipH="1" rot="782640">
            <a:off x="30739" y="-1001760"/>
            <a:ext cx="2289257" cy="3059834"/>
            <a:chOff x="2215325" y="2417050"/>
            <a:chExt cx="2289250" cy="3059825"/>
          </a:xfrm>
        </p:grpSpPr>
        <p:sp>
          <p:nvSpPr>
            <p:cNvPr id="622" name="Google Shape;622;p10"/>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0"/>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0"/>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0"/>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0"/>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0"/>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0"/>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0"/>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0"/>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0"/>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0"/>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0"/>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0"/>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0"/>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0"/>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0"/>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0"/>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0"/>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0"/>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0"/>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0"/>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0"/>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0"/>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0"/>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0"/>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0"/>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0"/>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0"/>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0"/>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0"/>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0"/>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0"/>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4" name="Shape 654"/>
        <p:cNvGrpSpPr/>
        <p:nvPr/>
      </p:nvGrpSpPr>
      <p:grpSpPr>
        <a:xfrm>
          <a:off x="0" y="0"/>
          <a:ext cx="0" cy="0"/>
          <a:chOff x="0" y="0"/>
          <a:chExt cx="0" cy="0"/>
        </a:xfrm>
      </p:grpSpPr>
      <p:sp>
        <p:nvSpPr>
          <p:cNvPr id="655" name="Google Shape;655;p11"/>
          <p:cNvSpPr txBox="1"/>
          <p:nvPr>
            <p:ph hasCustomPrompt="1" type="title"/>
          </p:nvPr>
        </p:nvSpPr>
        <p:spPr>
          <a:xfrm>
            <a:off x="708688" y="1711719"/>
            <a:ext cx="7726800" cy="1371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56" name="Google Shape;656;p11"/>
          <p:cNvSpPr txBox="1"/>
          <p:nvPr>
            <p:ph idx="1" type="body"/>
          </p:nvPr>
        </p:nvSpPr>
        <p:spPr>
          <a:xfrm>
            <a:off x="708513" y="3248781"/>
            <a:ext cx="7726800" cy="1830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grpSp>
        <p:nvGrpSpPr>
          <p:cNvPr id="657" name="Google Shape;657;p11"/>
          <p:cNvGrpSpPr/>
          <p:nvPr/>
        </p:nvGrpSpPr>
        <p:grpSpPr>
          <a:xfrm>
            <a:off x="7174064" y="-289187"/>
            <a:ext cx="3646522" cy="4007720"/>
            <a:chOff x="5348750" y="2347100"/>
            <a:chExt cx="1108500" cy="1218300"/>
          </a:xfrm>
        </p:grpSpPr>
        <p:sp>
          <p:nvSpPr>
            <p:cNvPr id="658" name="Google Shape;658;p11"/>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1"/>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1"/>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1"/>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1"/>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1"/>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1"/>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1"/>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1"/>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1"/>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1"/>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1"/>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1"/>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1"/>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1"/>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11"/>
          <p:cNvGrpSpPr/>
          <p:nvPr/>
        </p:nvGrpSpPr>
        <p:grpSpPr>
          <a:xfrm flipH="1" rot="-2085203">
            <a:off x="167986" y="3827880"/>
            <a:ext cx="1198514" cy="1244002"/>
            <a:chOff x="238125" y="3112025"/>
            <a:chExt cx="716000" cy="743175"/>
          </a:xfrm>
        </p:grpSpPr>
        <p:sp>
          <p:nvSpPr>
            <p:cNvPr id="674" name="Google Shape;674;p11"/>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1"/>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1"/>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 name="Google Shape;677;p11"/>
          <p:cNvGrpSpPr/>
          <p:nvPr/>
        </p:nvGrpSpPr>
        <p:grpSpPr>
          <a:xfrm rot="-5400000">
            <a:off x="-184975" y="-1269125"/>
            <a:ext cx="2289250" cy="3059825"/>
            <a:chOff x="2215325" y="2417050"/>
            <a:chExt cx="2289250" cy="3059825"/>
          </a:xfrm>
        </p:grpSpPr>
        <p:sp>
          <p:nvSpPr>
            <p:cNvPr id="678" name="Google Shape;678;p11"/>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1"/>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1"/>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1"/>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1"/>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1"/>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1"/>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1"/>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1"/>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1"/>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1"/>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1"/>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1"/>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1"/>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1"/>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1"/>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1"/>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1"/>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1"/>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1"/>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1"/>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1"/>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1"/>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1"/>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1"/>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1"/>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1"/>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1"/>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1"/>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1"/>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1"/>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1"/>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 name="Google Shape;710;p11"/>
          <p:cNvGrpSpPr/>
          <p:nvPr/>
        </p:nvGrpSpPr>
        <p:grpSpPr>
          <a:xfrm>
            <a:off x="577800" y="2839075"/>
            <a:ext cx="378900" cy="472250"/>
            <a:chOff x="2459875" y="3181675"/>
            <a:chExt cx="378900" cy="472250"/>
          </a:xfrm>
        </p:grpSpPr>
        <p:sp>
          <p:nvSpPr>
            <p:cNvPr id="711" name="Google Shape;711;p11"/>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1"/>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1"/>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 name="Google Shape;714;p11"/>
          <p:cNvGrpSpPr/>
          <p:nvPr/>
        </p:nvGrpSpPr>
        <p:grpSpPr>
          <a:xfrm>
            <a:off x="7546900" y="24675"/>
            <a:ext cx="378900" cy="472250"/>
            <a:chOff x="2459875" y="3181675"/>
            <a:chExt cx="378900" cy="472250"/>
          </a:xfrm>
        </p:grpSpPr>
        <p:sp>
          <p:nvSpPr>
            <p:cNvPr id="715" name="Google Shape;715;p11"/>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1"/>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1"/>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 name="Google Shape;718;p11"/>
          <p:cNvGrpSpPr/>
          <p:nvPr/>
        </p:nvGrpSpPr>
        <p:grpSpPr>
          <a:xfrm>
            <a:off x="7470707" y="3718131"/>
            <a:ext cx="1253407" cy="1311078"/>
            <a:chOff x="4385625" y="4289775"/>
            <a:chExt cx="983450" cy="1028700"/>
          </a:xfrm>
        </p:grpSpPr>
        <p:sp>
          <p:nvSpPr>
            <p:cNvPr id="719" name="Google Shape;719;p11"/>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1"/>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1"/>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1"/>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1"/>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1"/>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25" name="Shape 72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26" name="Shape 726"/>
        <p:cNvGrpSpPr/>
        <p:nvPr/>
      </p:nvGrpSpPr>
      <p:grpSpPr>
        <a:xfrm>
          <a:off x="0" y="0"/>
          <a:ext cx="0" cy="0"/>
          <a:chOff x="0" y="0"/>
          <a:chExt cx="0" cy="0"/>
        </a:xfrm>
      </p:grpSpPr>
      <p:sp>
        <p:nvSpPr>
          <p:cNvPr id="727" name="Google Shape;727;p13"/>
          <p:cNvSpPr txBox="1"/>
          <p:nvPr>
            <p:ph idx="1" type="subTitle"/>
          </p:nvPr>
        </p:nvSpPr>
        <p:spPr>
          <a:xfrm>
            <a:off x="2019213" y="1518015"/>
            <a:ext cx="2258700" cy="228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28" name="Google Shape;728;p13"/>
          <p:cNvSpPr txBox="1"/>
          <p:nvPr>
            <p:ph idx="2" type="subTitle"/>
          </p:nvPr>
        </p:nvSpPr>
        <p:spPr>
          <a:xfrm>
            <a:off x="2019213" y="1885913"/>
            <a:ext cx="2255700" cy="39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29" name="Google Shape;729;p13"/>
          <p:cNvSpPr txBox="1"/>
          <p:nvPr>
            <p:ph idx="3" type="subTitle"/>
          </p:nvPr>
        </p:nvSpPr>
        <p:spPr>
          <a:xfrm>
            <a:off x="2019212" y="3000028"/>
            <a:ext cx="2255700" cy="228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30" name="Google Shape;730;p13"/>
          <p:cNvSpPr txBox="1"/>
          <p:nvPr>
            <p:ph idx="4" type="subTitle"/>
          </p:nvPr>
        </p:nvSpPr>
        <p:spPr>
          <a:xfrm>
            <a:off x="2019213" y="3364455"/>
            <a:ext cx="2255700" cy="402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31" name="Google Shape;731;p13"/>
          <p:cNvSpPr txBox="1"/>
          <p:nvPr>
            <p:ph hasCustomPrompt="1" type="title"/>
          </p:nvPr>
        </p:nvSpPr>
        <p:spPr>
          <a:xfrm>
            <a:off x="977453" y="1726588"/>
            <a:ext cx="993300" cy="3636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732" name="Google Shape;732;p13"/>
          <p:cNvSpPr txBox="1"/>
          <p:nvPr>
            <p:ph hasCustomPrompt="1" idx="5" type="title"/>
          </p:nvPr>
        </p:nvSpPr>
        <p:spPr>
          <a:xfrm>
            <a:off x="1076303" y="3244690"/>
            <a:ext cx="7956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733" name="Google Shape;733;p13"/>
          <p:cNvSpPr txBox="1"/>
          <p:nvPr>
            <p:ph idx="6" type="title"/>
          </p:nvPr>
        </p:nvSpPr>
        <p:spPr>
          <a:xfrm>
            <a:off x="713225" y="582168"/>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734" name="Google Shape;734;p13"/>
          <p:cNvSpPr txBox="1"/>
          <p:nvPr>
            <p:ph idx="7" type="subTitle"/>
          </p:nvPr>
        </p:nvSpPr>
        <p:spPr>
          <a:xfrm>
            <a:off x="5910839" y="1518015"/>
            <a:ext cx="2258700" cy="228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35" name="Google Shape;735;p13"/>
          <p:cNvSpPr txBox="1"/>
          <p:nvPr>
            <p:ph idx="8" type="subTitle"/>
          </p:nvPr>
        </p:nvSpPr>
        <p:spPr>
          <a:xfrm>
            <a:off x="5910847" y="1885913"/>
            <a:ext cx="2255700" cy="398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36" name="Google Shape;736;p13"/>
          <p:cNvSpPr txBox="1"/>
          <p:nvPr>
            <p:ph idx="9" type="subTitle"/>
          </p:nvPr>
        </p:nvSpPr>
        <p:spPr>
          <a:xfrm>
            <a:off x="5910840" y="3000020"/>
            <a:ext cx="2258700" cy="228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b="1" sz="20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37" name="Google Shape;737;p13"/>
          <p:cNvSpPr txBox="1"/>
          <p:nvPr>
            <p:ph idx="13" type="subTitle"/>
          </p:nvPr>
        </p:nvSpPr>
        <p:spPr>
          <a:xfrm>
            <a:off x="5910847" y="3364455"/>
            <a:ext cx="2255700" cy="402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738" name="Google Shape;738;p13"/>
          <p:cNvSpPr txBox="1"/>
          <p:nvPr>
            <p:ph hasCustomPrompt="1" idx="14" type="title"/>
          </p:nvPr>
        </p:nvSpPr>
        <p:spPr>
          <a:xfrm>
            <a:off x="5067353" y="1761688"/>
            <a:ext cx="7971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739" name="Google Shape;739;p13"/>
          <p:cNvSpPr txBox="1"/>
          <p:nvPr>
            <p:ph hasCustomPrompt="1" idx="15" type="title"/>
          </p:nvPr>
        </p:nvSpPr>
        <p:spPr>
          <a:xfrm>
            <a:off x="5066453" y="3244690"/>
            <a:ext cx="7989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2300">
                <a:solidFill>
                  <a:schemeClr val="lt1"/>
                </a:solidFill>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grpSp>
        <p:nvGrpSpPr>
          <p:cNvPr id="740" name="Google Shape;740;p13"/>
          <p:cNvGrpSpPr/>
          <p:nvPr/>
        </p:nvGrpSpPr>
        <p:grpSpPr>
          <a:xfrm flipH="1" rot="3076494">
            <a:off x="7972815" y="3986395"/>
            <a:ext cx="1253395" cy="1311066"/>
            <a:chOff x="4385625" y="4289775"/>
            <a:chExt cx="983450" cy="1028700"/>
          </a:xfrm>
        </p:grpSpPr>
        <p:sp>
          <p:nvSpPr>
            <p:cNvPr id="741" name="Google Shape;741;p13"/>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3"/>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3"/>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3"/>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3"/>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3"/>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7" name="Google Shape;747;p13"/>
          <p:cNvSpPr/>
          <p:nvPr/>
        </p:nvSpPr>
        <p:spPr>
          <a:xfrm rot="4285105">
            <a:off x="8672197" y="205582"/>
            <a:ext cx="296559" cy="256335"/>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8" name="Google Shape;748;p13"/>
          <p:cNvGrpSpPr/>
          <p:nvPr/>
        </p:nvGrpSpPr>
        <p:grpSpPr>
          <a:xfrm rot="1018353">
            <a:off x="305472" y="265599"/>
            <a:ext cx="378882" cy="472228"/>
            <a:chOff x="2459875" y="3181675"/>
            <a:chExt cx="378900" cy="472250"/>
          </a:xfrm>
        </p:grpSpPr>
        <p:sp>
          <p:nvSpPr>
            <p:cNvPr id="749" name="Google Shape;749;p13"/>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3"/>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3"/>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 name="Google Shape;752;p13"/>
          <p:cNvGrpSpPr/>
          <p:nvPr/>
        </p:nvGrpSpPr>
        <p:grpSpPr>
          <a:xfrm rot="4436901">
            <a:off x="153237" y="1379698"/>
            <a:ext cx="378895" cy="472244"/>
            <a:chOff x="2459875" y="3181675"/>
            <a:chExt cx="378900" cy="472250"/>
          </a:xfrm>
        </p:grpSpPr>
        <p:sp>
          <p:nvSpPr>
            <p:cNvPr id="753" name="Google Shape;753;p13"/>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3"/>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3"/>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 name="Google Shape;756;p13"/>
          <p:cNvGrpSpPr/>
          <p:nvPr/>
        </p:nvGrpSpPr>
        <p:grpSpPr>
          <a:xfrm rot="6801936">
            <a:off x="3259769" y="3870542"/>
            <a:ext cx="2289268" cy="3059849"/>
            <a:chOff x="2215325" y="2417050"/>
            <a:chExt cx="2289250" cy="3059825"/>
          </a:xfrm>
        </p:grpSpPr>
        <p:sp>
          <p:nvSpPr>
            <p:cNvPr id="757" name="Google Shape;757;p13"/>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3"/>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3"/>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3"/>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3"/>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3"/>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3"/>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3"/>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3"/>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3"/>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3"/>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3"/>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3"/>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3"/>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3"/>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3"/>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3"/>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3"/>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3"/>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3"/>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3"/>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3"/>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3"/>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3"/>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3"/>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3"/>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3"/>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3"/>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3"/>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3"/>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3"/>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3"/>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8">
    <p:spTree>
      <p:nvGrpSpPr>
        <p:cNvPr id="789" name="Shape 789"/>
        <p:cNvGrpSpPr/>
        <p:nvPr/>
      </p:nvGrpSpPr>
      <p:grpSpPr>
        <a:xfrm>
          <a:off x="0" y="0"/>
          <a:ext cx="0" cy="0"/>
          <a:chOff x="0" y="0"/>
          <a:chExt cx="0" cy="0"/>
        </a:xfrm>
      </p:grpSpPr>
      <p:sp>
        <p:nvSpPr>
          <p:cNvPr id="790" name="Google Shape;790;p14"/>
          <p:cNvSpPr txBox="1"/>
          <p:nvPr>
            <p:ph type="title"/>
          </p:nvPr>
        </p:nvSpPr>
        <p:spPr>
          <a:xfrm>
            <a:off x="1371600" y="3114683"/>
            <a:ext cx="6400800" cy="183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6"/>
              </a:buClr>
              <a:buSzPts val="1800"/>
              <a:buNone/>
              <a:defRPr sz="2000"/>
            </a:lvl1pPr>
            <a:lvl2pPr lvl="1" rtl="0">
              <a:spcBef>
                <a:spcPts val="0"/>
              </a:spcBef>
              <a:spcAft>
                <a:spcPts val="0"/>
              </a:spcAft>
              <a:buSzPts val="1800"/>
              <a:buNone/>
              <a:defRPr b="1" sz="1800"/>
            </a:lvl2pPr>
            <a:lvl3pPr lvl="2" rtl="0">
              <a:spcBef>
                <a:spcPts val="0"/>
              </a:spcBef>
              <a:spcAft>
                <a:spcPts val="0"/>
              </a:spcAft>
              <a:buSzPts val="1800"/>
              <a:buNone/>
              <a:defRPr b="1" sz="1800"/>
            </a:lvl3pPr>
            <a:lvl4pPr lvl="3" rtl="0">
              <a:spcBef>
                <a:spcPts val="0"/>
              </a:spcBef>
              <a:spcAft>
                <a:spcPts val="0"/>
              </a:spcAft>
              <a:buSzPts val="1800"/>
              <a:buNone/>
              <a:defRPr b="1" sz="1800"/>
            </a:lvl4pPr>
            <a:lvl5pPr lvl="4" rtl="0">
              <a:spcBef>
                <a:spcPts val="0"/>
              </a:spcBef>
              <a:spcAft>
                <a:spcPts val="0"/>
              </a:spcAft>
              <a:buSzPts val="1800"/>
              <a:buNone/>
              <a:defRPr b="1" sz="1800"/>
            </a:lvl5pPr>
            <a:lvl6pPr lvl="5" rtl="0">
              <a:spcBef>
                <a:spcPts val="0"/>
              </a:spcBef>
              <a:spcAft>
                <a:spcPts val="0"/>
              </a:spcAft>
              <a:buSzPts val="1800"/>
              <a:buNone/>
              <a:defRPr b="1" sz="1800"/>
            </a:lvl6pPr>
            <a:lvl7pPr lvl="6" rtl="0">
              <a:spcBef>
                <a:spcPts val="0"/>
              </a:spcBef>
              <a:spcAft>
                <a:spcPts val="0"/>
              </a:spcAft>
              <a:buSzPts val="1800"/>
              <a:buNone/>
              <a:defRPr b="1" sz="1800"/>
            </a:lvl7pPr>
            <a:lvl8pPr lvl="7" rtl="0">
              <a:spcBef>
                <a:spcPts val="0"/>
              </a:spcBef>
              <a:spcAft>
                <a:spcPts val="0"/>
              </a:spcAft>
              <a:buSzPts val="1800"/>
              <a:buNone/>
              <a:defRPr b="1" sz="1800"/>
            </a:lvl8pPr>
            <a:lvl9pPr lvl="8" rtl="0">
              <a:spcBef>
                <a:spcPts val="0"/>
              </a:spcBef>
              <a:spcAft>
                <a:spcPts val="0"/>
              </a:spcAft>
              <a:buSzPts val="1800"/>
              <a:buNone/>
              <a:defRPr b="1" sz="1800"/>
            </a:lvl9pPr>
          </a:lstStyle>
          <a:p/>
        </p:txBody>
      </p:sp>
      <p:sp>
        <p:nvSpPr>
          <p:cNvPr id="791" name="Google Shape;791;p14"/>
          <p:cNvSpPr txBox="1"/>
          <p:nvPr>
            <p:ph idx="1" type="subTitle"/>
          </p:nvPr>
        </p:nvSpPr>
        <p:spPr>
          <a:xfrm>
            <a:off x="1371600" y="1845817"/>
            <a:ext cx="6400800" cy="109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2500"/>
            </a:lvl1pPr>
            <a:lvl2pPr lvl="1" rtl="0" algn="ctr">
              <a:spcBef>
                <a:spcPts val="0"/>
              </a:spcBef>
              <a:spcAft>
                <a:spcPts val="0"/>
              </a:spcAft>
              <a:buSzPts val="1600"/>
              <a:buNone/>
              <a:defRPr/>
            </a:lvl2pPr>
            <a:lvl3pPr lvl="2" rtl="0" algn="ctr">
              <a:spcBef>
                <a:spcPts val="0"/>
              </a:spcBef>
              <a:spcAft>
                <a:spcPts val="0"/>
              </a:spcAft>
              <a:buSzPts val="1600"/>
              <a:buNone/>
              <a:defRPr/>
            </a:lvl3pPr>
            <a:lvl4pPr lvl="3" rtl="0" algn="ctr">
              <a:spcBef>
                <a:spcPts val="0"/>
              </a:spcBef>
              <a:spcAft>
                <a:spcPts val="0"/>
              </a:spcAft>
              <a:buSzPts val="1600"/>
              <a:buNone/>
              <a:defRPr/>
            </a:lvl4pPr>
            <a:lvl5pPr lvl="4" rtl="0" algn="ctr">
              <a:spcBef>
                <a:spcPts val="0"/>
              </a:spcBef>
              <a:spcAft>
                <a:spcPts val="0"/>
              </a:spcAft>
              <a:buSzPts val="1600"/>
              <a:buNone/>
              <a:defRPr/>
            </a:lvl5pPr>
            <a:lvl6pPr lvl="5" rtl="0" algn="ctr">
              <a:spcBef>
                <a:spcPts val="0"/>
              </a:spcBef>
              <a:spcAft>
                <a:spcPts val="0"/>
              </a:spcAft>
              <a:buSzPts val="1600"/>
              <a:buNone/>
              <a:defRPr/>
            </a:lvl6pPr>
            <a:lvl7pPr lvl="6" rtl="0" algn="ctr">
              <a:spcBef>
                <a:spcPts val="0"/>
              </a:spcBef>
              <a:spcAft>
                <a:spcPts val="0"/>
              </a:spcAft>
              <a:buSzPts val="1600"/>
              <a:buNone/>
              <a:defRPr/>
            </a:lvl7pPr>
            <a:lvl8pPr lvl="7" rtl="0" algn="ctr">
              <a:spcBef>
                <a:spcPts val="0"/>
              </a:spcBef>
              <a:spcAft>
                <a:spcPts val="0"/>
              </a:spcAft>
              <a:buSzPts val="1600"/>
              <a:buNone/>
              <a:defRPr/>
            </a:lvl8pPr>
            <a:lvl9pPr lvl="8" rtl="0" algn="ctr">
              <a:spcBef>
                <a:spcPts val="0"/>
              </a:spcBef>
              <a:spcAft>
                <a:spcPts val="0"/>
              </a:spcAft>
              <a:buSzPts val="1600"/>
              <a:buNone/>
              <a:defRPr/>
            </a:lvl9pPr>
          </a:lstStyle>
          <a:p/>
        </p:txBody>
      </p:sp>
      <p:grpSp>
        <p:nvGrpSpPr>
          <p:cNvPr id="792" name="Google Shape;792;p14"/>
          <p:cNvGrpSpPr/>
          <p:nvPr/>
        </p:nvGrpSpPr>
        <p:grpSpPr>
          <a:xfrm rot="7723506">
            <a:off x="8402740" y="3369858"/>
            <a:ext cx="1253395" cy="1311066"/>
            <a:chOff x="4385625" y="4289775"/>
            <a:chExt cx="983450" cy="1028700"/>
          </a:xfrm>
        </p:grpSpPr>
        <p:sp>
          <p:nvSpPr>
            <p:cNvPr id="793" name="Google Shape;793;p14"/>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4"/>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4"/>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4"/>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4"/>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4"/>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9" name="Google Shape;799;p14"/>
          <p:cNvSpPr/>
          <p:nvPr/>
        </p:nvSpPr>
        <p:spPr>
          <a:xfrm flipH="1" rot="6514895">
            <a:off x="8672197" y="4691078"/>
            <a:ext cx="296559" cy="256335"/>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0" name="Google Shape;800;p14"/>
          <p:cNvGrpSpPr/>
          <p:nvPr/>
        </p:nvGrpSpPr>
        <p:grpSpPr>
          <a:xfrm flipH="1" rot="9781647">
            <a:off x="8173122" y="4583142"/>
            <a:ext cx="378882" cy="472228"/>
            <a:chOff x="2459875" y="3181675"/>
            <a:chExt cx="378900" cy="472250"/>
          </a:xfrm>
        </p:grpSpPr>
        <p:sp>
          <p:nvSpPr>
            <p:cNvPr id="801" name="Google Shape;801;p14"/>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4"/>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4"/>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14"/>
          <p:cNvGrpSpPr/>
          <p:nvPr/>
        </p:nvGrpSpPr>
        <p:grpSpPr>
          <a:xfrm flipH="1" rot="6363099">
            <a:off x="305474" y="1119828"/>
            <a:ext cx="378895" cy="472244"/>
            <a:chOff x="2459875" y="3181675"/>
            <a:chExt cx="378900" cy="472250"/>
          </a:xfrm>
        </p:grpSpPr>
        <p:sp>
          <p:nvSpPr>
            <p:cNvPr id="805" name="Google Shape;805;p14"/>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4"/>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4"/>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 name="Google Shape;808;p14"/>
          <p:cNvGrpSpPr/>
          <p:nvPr/>
        </p:nvGrpSpPr>
        <p:grpSpPr>
          <a:xfrm flipH="1" rot="3998064">
            <a:off x="8107994" y="-1341621"/>
            <a:ext cx="2289268" cy="3059849"/>
            <a:chOff x="2215325" y="2417050"/>
            <a:chExt cx="2289250" cy="3059825"/>
          </a:xfrm>
        </p:grpSpPr>
        <p:sp>
          <p:nvSpPr>
            <p:cNvPr id="809" name="Google Shape;809;p14"/>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4"/>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4"/>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4"/>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4"/>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4"/>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4"/>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4"/>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4"/>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4"/>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4"/>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4"/>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4"/>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4"/>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4"/>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4"/>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4"/>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4"/>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4"/>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4"/>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4"/>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4"/>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4"/>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4"/>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4"/>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4"/>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4"/>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4"/>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4"/>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4"/>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4"/>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4"/>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 name="Google Shape;841;p14"/>
          <p:cNvGrpSpPr/>
          <p:nvPr/>
        </p:nvGrpSpPr>
        <p:grpSpPr>
          <a:xfrm rot="-3076494">
            <a:off x="172428" y="-296880"/>
            <a:ext cx="1253395" cy="1311066"/>
            <a:chOff x="4385625" y="4289775"/>
            <a:chExt cx="983450" cy="1028700"/>
          </a:xfrm>
        </p:grpSpPr>
        <p:sp>
          <p:nvSpPr>
            <p:cNvPr id="842" name="Google Shape;842;p14"/>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4"/>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4"/>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4"/>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4"/>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4"/>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8" name="Google Shape;848;p14"/>
          <p:cNvSpPr/>
          <p:nvPr/>
        </p:nvSpPr>
        <p:spPr>
          <a:xfrm flipH="1" rot="-1266272">
            <a:off x="-166020" y="7155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 name="Google Shape;849;p14"/>
          <p:cNvGrpSpPr/>
          <p:nvPr/>
        </p:nvGrpSpPr>
        <p:grpSpPr>
          <a:xfrm flipH="1" rot="-4744934">
            <a:off x="-1011884" y="3239966"/>
            <a:ext cx="2289250" cy="3059825"/>
            <a:chOff x="2215325" y="2417050"/>
            <a:chExt cx="2289250" cy="3059825"/>
          </a:xfrm>
        </p:grpSpPr>
        <p:sp>
          <p:nvSpPr>
            <p:cNvPr id="850" name="Google Shape;850;p14"/>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4"/>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4"/>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4"/>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4"/>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4"/>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4"/>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4"/>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4"/>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4"/>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4"/>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4"/>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4"/>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4"/>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4"/>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4"/>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4"/>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4"/>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4"/>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4"/>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4"/>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4"/>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4"/>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4"/>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4"/>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4"/>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4"/>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4"/>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4"/>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4"/>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4"/>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4"/>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882" name="Shape 882"/>
        <p:cNvGrpSpPr/>
        <p:nvPr/>
      </p:nvGrpSpPr>
      <p:grpSpPr>
        <a:xfrm>
          <a:off x="0" y="0"/>
          <a:ext cx="0" cy="0"/>
          <a:chOff x="0" y="0"/>
          <a:chExt cx="0" cy="0"/>
        </a:xfrm>
      </p:grpSpPr>
      <p:sp>
        <p:nvSpPr>
          <p:cNvPr id="883" name="Google Shape;883;p15"/>
          <p:cNvSpPr txBox="1"/>
          <p:nvPr>
            <p:ph type="title"/>
          </p:nvPr>
        </p:nvSpPr>
        <p:spPr>
          <a:xfrm>
            <a:off x="2824101" y="2102400"/>
            <a:ext cx="5102700" cy="548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84" name="Google Shape;884;p15"/>
          <p:cNvSpPr txBox="1"/>
          <p:nvPr>
            <p:ph idx="1" type="subTitle"/>
          </p:nvPr>
        </p:nvSpPr>
        <p:spPr>
          <a:xfrm>
            <a:off x="2824101" y="2858100"/>
            <a:ext cx="4512600" cy="183000"/>
          </a:xfrm>
          <a:prstGeom prst="rect">
            <a:avLst/>
          </a:prstGeom>
        </p:spPr>
        <p:txBody>
          <a:bodyPr anchorCtr="0" anchor="ctr"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885" name="Google Shape;885;p15"/>
          <p:cNvSpPr txBox="1"/>
          <p:nvPr>
            <p:ph hasCustomPrompt="1" idx="2" type="title"/>
          </p:nvPr>
        </p:nvSpPr>
        <p:spPr>
          <a:xfrm>
            <a:off x="1664513" y="2334000"/>
            <a:ext cx="1088100" cy="47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defRPr>
            </a:lvl1pPr>
            <a:lvl2pPr lvl="1" rtl="0" algn="ctr">
              <a:spcBef>
                <a:spcPts val="0"/>
              </a:spcBef>
              <a:spcAft>
                <a:spcPts val="0"/>
              </a:spcAft>
              <a:buClr>
                <a:schemeClr val="dk2"/>
              </a:buClr>
              <a:buSzPts val="6000"/>
              <a:buNone/>
              <a:defRPr sz="6000">
                <a:solidFill>
                  <a:schemeClr val="dk2"/>
                </a:solidFill>
              </a:defRPr>
            </a:lvl2pPr>
            <a:lvl3pPr lvl="2" rtl="0" algn="ctr">
              <a:spcBef>
                <a:spcPts val="0"/>
              </a:spcBef>
              <a:spcAft>
                <a:spcPts val="0"/>
              </a:spcAft>
              <a:buClr>
                <a:schemeClr val="dk2"/>
              </a:buClr>
              <a:buSzPts val="6000"/>
              <a:buNone/>
              <a:defRPr sz="6000">
                <a:solidFill>
                  <a:schemeClr val="dk2"/>
                </a:solidFill>
              </a:defRPr>
            </a:lvl3pPr>
            <a:lvl4pPr lvl="3" rtl="0" algn="ctr">
              <a:spcBef>
                <a:spcPts val="0"/>
              </a:spcBef>
              <a:spcAft>
                <a:spcPts val="0"/>
              </a:spcAft>
              <a:buClr>
                <a:schemeClr val="dk2"/>
              </a:buClr>
              <a:buSzPts val="6000"/>
              <a:buNone/>
              <a:defRPr sz="6000">
                <a:solidFill>
                  <a:schemeClr val="dk2"/>
                </a:solidFill>
              </a:defRPr>
            </a:lvl4pPr>
            <a:lvl5pPr lvl="4" rtl="0" algn="ctr">
              <a:spcBef>
                <a:spcPts val="0"/>
              </a:spcBef>
              <a:spcAft>
                <a:spcPts val="0"/>
              </a:spcAft>
              <a:buClr>
                <a:schemeClr val="dk2"/>
              </a:buClr>
              <a:buSzPts val="6000"/>
              <a:buNone/>
              <a:defRPr sz="6000">
                <a:solidFill>
                  <a:schemeClr val="dk2"/>
                </a:solidFill>
              </a:defRPr>
            </a:lvl5pPr>
            <a:lvl6pPr lvl="5" rtl="0" algn="ctr">
              <a:spcBef>
                <a:spcPts val="0"/>
              </a:spcBef>
              <a:spcAft>
                <a:spcPts val="0"/>
              </a:spcAft>
              <a:buClr>
                <a:schemeClr val="dk2"/>
              </a:buClr>
              <a:buSzPts val="6000"/>
              <a:buNone/>
              <a:defRPr sz="6000">
                <a:solidFill>
                  <a:schemeClr val="dk2"/>
                </a:solidFill>
              </a:defRPr>
            </a:lvl6pPr>
            <a:lvl7pPr lvl="6" rtl="0" algn="ctr">
              <a:spcBef>
                <a:spcPts val="0"/>
              </a:spcBef>
              <a:spcAft>
                <a:spcPts val="0"/>
              </a:spcAft>
              <a:buClr>
                <a:schemeClr val="dk2"/>
              </a:buClr>
              <a:buSzPts val="6000"/>
              <a:buNone/>
              <a:defRPr sz="6000">
                <a:solidFill>
                  <a:schemeClr val="dk2"/>
                </a:solidFill>
              </a:defRPr>
            </a:lvl7pPr>
            <a:lvl8pPr lvl="7" rtl="0" algn="ctr">
              <a:spcBef>
                <a:spcPts val="0"/>
              </a:spcBef>
              <a:spcAft>
                <a:spcPts val="0"/>
              </a:spcAft>
              <a:buClr>
                <a:schemeClr val="dk2"/>
              </a:buClr>
              <a:buSzPts val="6000"/>
              <a:buNone/>
              <a:defRPr sz="6000">
                <a:solidFill>
                  <a:schemeClr val="dk2"/>
                </a:solidFill>
              </a:defRPr>
            </a:lvl8pPr>
            <a:lvl9pPr lvl="8" rtl="0" algn="ctr">
              <a:spcBef>
                <a:spcPts val="0"/>
              </a:spcBef>
              <a:spcAft>
                <a:spcPts val="0"/>
              </a:spcAft>
              <a:buClr>
                <a:schemeClr val="dk2"/>
              </a:buClr>
              <a:buSzPts val="6000"/>
              <a:buNone/>
              <a:defRPr sz="6000">
                <a:solidFill>
                  <a:schemeClr val="dk2"/>
                </a:solidFill>
              </a:defRPr>
            </a:lvl9pPr>
          </a:lstStyle>
          <a:p>
            <a:r>
              <a:t>xx%</a:t>
            </a:r>
          </a:p>
        </p:txBody>
      </p:sp>
      <p:grpSp>
        <p:nvGrpSpPr>
          <p:cNvPr id="886" name="Google Shape;886;p15"/>
          <p:cNvGrpSpPr/>
          <p:nvPr/>
        </p:nvGrpSpPr>
        <p:grpSpPr>
          <a:xfrm rot="996459">
            <a:off x="7305951" y="2827804"/>
            <a:ext cx="3646438" cy="4007628"/>
            <a:chOff x="5348750" y="2347100"/>
            <a:chExt cx="1108500" cy="1218300"/>
          </a:xfrm>
        </p:grpSpPr>
        <p:sp>
          <p:nvSpPr>
            <p:cNvPr id="887" name="Google Shape;887;p15"/>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5"/>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5"/>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5"/>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5"/>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5"/>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5"/>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5"/>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5"/>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5"/>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5"/>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5"/>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5"/>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5"/>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5"/>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 name="Google Shape;902;p15"/>
          <p:cNvGrpSpPr/>
          <p:nvPr/>
        </p:nvGrpSpPr>
        <p:grpSpPr>
          <a:xfrm flipH="1" rot="3600724">
            <a:off x="3276579" y="-1583482"/>
            <a:ext cx="2289169" cy="3059717"/>
            <a:chOff x="2215325" y="2417050"/>
            <a:chExt cx="2289250" cy="3059825"/>
          </a:xfrm>
        </p:grpSpPr>
        <p:sp>
          <p:nvSpPr>
            <p:cNvPr id="903" name="Google Shape;903;p15"/>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5"/>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5"/>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5"/>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5"/>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5"/>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5"/>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5"/>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5"/>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5"/>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5"/>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5"/>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5"/>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5"/>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5"/>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5"/>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5"/>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5"/>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5"/>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5"/>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5"/>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5"/>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5"/>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5"/>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5"/>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5"/>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5"/>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5"/>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5"/>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5"/>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5"/>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5"/>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 name="Google Shape;935;p15"/>
          <p:cNvGrpSpPr/>
          <p:nvPr/>
        </p:nvGrpSpPr>
        <p:grpSpPr>
          <a:xfrm flipH="1">
            <a:off x="7889600" y="1179900"/>
            <a:ext cx="481300" cy="473625"/>
            <a:chOff x="1433950" y="3130850"/>
            <a:chExt cx="481300" cy="473625"/>
          </a:xfrm>
        </p:grpSpPr>
        <p:sp>
          <p:nvSpPr>
            <p:cNvPr id="936" name="Google Shape;936;p15"/>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5"/>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5"/>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5"/>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5"/>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5"/>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2" name="Google Shape;942;p15"/>
          <p:cNvGrpSpPr/>
          <p:nvPr/>
        </p:nvGrpSpPr>
        <p:grpSpPr>
          <a:xfrm flipH="1">
            <a:off x="8321100" y="35063"/>
            <a:ext cx="892900" cy="888725"/>
            <a:chOff x="3655725" y="3261075"/>
            <a:chExt cx="892900" cy="888725"/>
          </a:xfrm>
        </p:grpSpPr>
        <p:sp>
          <p:nvSpPr>
            <p:cNvPr id="943" name="Google Shape;943;p15"/>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5"/>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5"/>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5"/>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5"/>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5"/>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15"/>
          <p:cNvGrpSpPr/>
          <p:nvPr/>
        </p:nvGrpSpPr>
        <p:grpSpPr>
          <a:xfrm flipH="1" rot="3076494">
            <a:off x="-246385" y="3557770"/>
            <a:ext cx="1253395" cy="1311066"/>
            <a:chOff x="4385625" y="4289775"/>
            <a:chExt cx="983450" cy="1028700"/>
          </a:xfrm>
        </p:grpSpPr>
        <p:sp>
          <p:nvSpPr>
            <p:cNvPr id="950" name="Google Shape;950;p15"/>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5"/>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5"/>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5"/>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5"/>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5"/>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6" name="Google Shape;956;p15"/>
          <p:cNvSpPr/>
          <p:nvPr/>
        </p:nvSpPr>
        <p:spPr>
          <a:xfrm rot="1266272">
            <a:off x="443135" y="39262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957" name="Shape 957"/>
        <p:cNvGrpSpPr/>
        <p:nvPr/>
      </p:nvGrpSpPr>
      <p:grpSpPr>
        <a:xfrm>
          <a:off x="0" y="0"/>
          <a:ext cx="0" cy="0"/>
          <a:chOff x="0" y="0"/>
          <a:chExt cx="0" cy="0"/>
        </a:xfrm>
      </p:grpSpPr>
      <p:sp>
        <p:nvSpPr>
          <p:cNvPr id="958" name="Google Shape;958;p16"/>
          <p:cNvSpPr txBox="1"/>
          <p:nvPr>
            <p:ph type="title"/>
          </p:nvPr>
        </p:nvSpPr>
        <p:spPr>
          <a:xfrm>
            <a:off x="713225" y="530350"/>
            <a:ext cx="77178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959" name="Google Shape;959;p16"/>
          <p:cNvSpPr txBox="1"/>
          <p:nvPr>
            <p:ph idx="1" type="body"/>
          </p:nvPr>
        </p:nvSpPr>
        <p:spPr>
          <a:xfrm>
            <a:off x="2325750" y="1428750"/>
            <a:ext cx="4492500" cy="2286000"/>
          </a:xfrm>
          <a:prstGeom prst="rect">
            <a:avLst/>
          </a:prstGeom>
        </p:spPr>
        <p:txBody>
          <a:bodyPr anchorCtr="0" anchor="ctr" bIns="91425" lIns="91425" spcFirstLastPara="1" rIns="91425" wrap="square" tIns="91425">
            <a:noAutofit/>
          </a:bodyPr>
          <a:lstStyle>
            <a:lvl1pPr indent="-317500" lvl="0" marL="457200">
              <a:spcBef>
                <a:spcPts val="1000"/>
              </a:spcBef>
              <a:spcAft>
                <a:spcPts val="0"/>
              </a:spcAft>
              <a:buClr>
                <a:srgbClr val="2A2828"/>
              </a:buClr>
              <a:buSzPts val="1400"/>
              <a:buFont typeface="Open Sans"/>
              <a:buChar char="●"/>
              <a:defRPr/>
            </a:lvl1pPr>
            <a:lvl2pPr indent="-317500" lvl="1" marL="914400">
              <a:spcBef>
                <a:spcPts val="0"/>
              </a:spcBef>
              <a:spcAft>
                <a:spcPts val="0"/>
              </a:spcAft>
              <a:buClr>
                <a:srgbClr val="2A2828"/>
              </a:buClr>
              <a:buSzPts val="1400"/>
              <a:buFont typeface="Open Sans"/>
              <a:buChar char="○"/>
              <a:defRPr/>
            </a:lvl2pPr>
            <a:lvl3pPr indent="-317500" lvl="2" marL="1371600">
              <a:spcBef>
                <a:spcPts val="0"/>
              </a:spcBef>
              <a:spcAft>
                <a:spcPts val="0"/>
              </a:spcAft>
              <a:buClr>
                <a:srgbClr val="2A2828"/>
              </a:buClr>
              <a:buSzPts val="1400"/>
              <a:buFont typeface="Open Sans"/>
              <a:buChar char="■"/>
              <a:defRPr/>
            </a:lvl3pPr>
            <a:lvl4pPr indent="-317500" lvl="3" marL="1828800">
              <a:spcBef>
                <a:spcPts val="0"/>
              </a:spcBef>
              <a:spcAft>
                <a:spcPts val="0"/>
              </a:spcAft>
              <a:buClr>
                <a:srgbClr val="2A2828"/>
              </a:buClr>
              <a:buSzPts val="1400"/>
              <a:buFont typeface="Open Sans"/>
              <a:buChar char="●"/>
              <a:defRPr/>
            </a:lvl4pPr>
            <a:lvl5pPr indent="-317500" lvl="4" marL="2286000">
              <a:spcBef>
                <a:spcPts val="0"/>
              </a:spcBef>
              <a:spcAft>
                <a:spcPts val="0"/>
              </a:spcAft>
              <a:buClr>
                <a:srgbClr val="2A2828"/>
              </a:buClr>
              <a:buSzPts val="1400"/>
              <a:buFont typeface="Open Sans"/>
              <a:buChar char="○"/>
              <a:defRPr/>
            </a:lvl5pPr>
            <a:lvl6pPr indent="-317500" lvl="5" marL="2743200">
              <a:spcBef>
                <a:spcPts val="0"/>
              </a:spcBef>
              <a:spcAft>
                <a:spcPts val="0"/>
              </a:spcAft>
              <a:buClr>
                <a:srgbClr val="2A2828"/>
              </a:buClr>
              <a:buSzPts val="1400"/>
              <a:buFont typeface="Open Sans"/>
              <a:buChar char="■"/>
              <a:defRPr/>
            </a:lvl6pPr>
            <a:lvl7pPr indent="-317500" lvl="6" marL="3200400">
              <a:spcBef>
                <a:spcPts val="0"/>
              </a:spcBef>
              <a:spcAft>
                <a:spcPts val="0"/>
              </a:spcAft>
              <a:buClr>
                <a:srgbClr val="2A2828"/>
              </a:buClr>
              <a:buSzPts val="1400"/>
              <a:buFont typeface="Open Sans"/>
              <a:buChar char="●"/>
              <a:defRPr/>
            </a:lvl7pPr>
            <a:lvl8pPr indent="-317500" lvl="7" marL="3657600">
              <a:spcBef>
                <a:spcPts val="0"/>
              </a:spcBef>
              <a:spcAft>
                <a:spcPts val="0"/>
              </a:spcAft>
              <a:buClr>
                <a:srgbClr val="2A2828"/>
              </a:buClr>
              <a:buSzPts val="1400"/>
              <a:buFont typeface="Open Sans"/>
              <a:buChar char="○"/>
              <a:defRPr/>
            </a:lvl8pPr>
            <a:lvl9pPr indent="-317500" lvl="8" marL="4114800">
              <a:spcBef>
                <a:spcPts val="0"/>
              </a:spcBef>
              <a:spcAft>
                <a:spcPts val="0"/>
              </a:spcAft>
              <a:buClr>
                <a:srgbClr val="2A2828"/>
              </a:buClr>
              <a:buSzPts val="1400"/>
              <a:buFont typeface="Open Sans"/>
              <a:buChar char="■"/>
              <a:defRPr/>
            </a:lvl9pPr>
          </a:lstStyle>
          <a:p/>
        </p:txBody>
      </p:sp>
      <p:grpSp>
        <p:nvGrpSpPr>
          <p:cNvPr id="960" name="Google Shape;960;p16"/>
          <p:cNvGrpSpPr/>
          <p:nvPr/>
        </p:nvGrpSpPr>
        <p:grpSpPr>
          <a:xfrm rot="7723506">
            <a:off x="-217810" y="3957805"/>
            <a:ext cx="1253395" cy="1311066"/>
            <a:chOff x="4385625" y="4289775"/>
            <a:chExt cx="983450" cy="1028700"/>
          </a:xfrm>
        </p:grpSpPr>
        <p:sp>
          <p:nvSpPr>
            <p:cNvPr id="961" name="Google Shape;961;p16"/>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6"/>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6"/>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6"/>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6"/>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6"/>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7" name="Google Shape;967;p16"/>
          <p:cNvSpPr/>
          <p:nvPr/>
        </p:nvSpPr>
        <p:spPr>
          <a:xfrm flipH="1" rot="9533728">
            <a:off x="471710" y="4120346"/>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8" name="Google Shape;968;p16"/>
          <p:cNvGrpSpPr/>
          <p:nvPr/>
        </p:nvGrpSpPr>
        <p:grpSpPr>
          <a:xfrm flipH="1" rot="10800000">
            <a:off x="1331775" y="4475641"/>
            <a:ext cx="481300" cy="473625"/>
            <a:chOff x="1433950" y="3130850"/>
            <a:chExt cx="481300" cy="473625"/>
          </a:xfrm>
        </p:grpSpPr>
        <p:sp>
          <p:nvSpPr>
            <p:cNvPr id="969" name="Google Shape;969;p1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5" name="Google Shape;975;p16"/>
          <p:cNvGrpSpPr/>
          <p:nvPr/>
        </p:nvGrpSpPr>
        <p:grpSpPr>
          <a:xfrm flipH="1" rot="-2085203">
            <a:off x="7940386" y="123955"/>
            <a:ext cx="1198514" cy="1244002"/>
            <a:chOff x="238125" y="3112025"/>
            <a:chExt cx="716000" cy="743175"/>
          </a:xfrm>
        </p:grpSpPr>
        <p:sp>
          <p:nvSpPr>
            <p:cNvPr id="976" name="Google Shape;976;p16"/>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6"/>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6"/>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16"/>
          <p:cNvGrpSpPr/>
          <p:nvPr/>
        </p:nvGrpSpPr>
        <p:grpSpPr>
          <a:xfrm rot="-2700000">
            <a:off x="329068" y="248416"/>
            <a:ext cx="481295" cy="473620"/>
            <a:chOff x="1433950" y="3130850"/>
            <a:chExt cx="481300" cy="473625"/>
          </a:xfrm>
        </p:grpSpPr>
        <p:sp>
          <p:nvSpPr>
            <p:cNvPr id="980" name="Google Shape;980;p1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6" name="Google Shape;986;p16"/>
          <p:cNvGrpSpPr/>
          <p:nvPr/>
        </p:nvGrpSpPr>
        <p:grpSpPr>
          <a:xfrm>
            <a:off x="329063" y="899050"/>
            <a:ext cx="481300" cy="473625"/>
            <a:chOff x="1433950" y="3130850"/>
            <a:chExt cx="481300" cy="473625"/>
          </a:xfrm>
        </p:grpSpPr>
        <p:sp>
          <p:nvSpPr>
            <p:cNvPr id="987" name="Google Shape;987;p1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3" name="Google Shape;993;p16"/>
          <p:cNvGrpSpPr/>
          <p:nvPr/>
        </p:nvGrpSpPr>
        <p:grpSpPr>
          <a:xfrm rot="10800000">
            <a:off x="8137250" y="4078866"/>
            <a:ext cx="892900" cy="888725"/>
            <a:chOff x="3655725" y="3261075"/>
            <a:chExt cx="892900" cy="888725"/>
          </a:xfrm>
        </p:grpSpPr>
        <p:sp>
          <p:nvSpPr>
            <p:cNvPr id="994" name="Google Shape;994;p16"/>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6"/>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6"/>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6"/>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6"/>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6"/>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_1">
    <p:spTree>
      <p:nvGrpSpPr>
        <p:cNvPr id="1000" name="Shape 1000"/>
        <p:cNvGrpSpPr/>
        <p:nvPr/>
      </p:nvGrpSpPr>
      <p:grpSpPr>
        <a:xfrm>
          <a:off x="0" y="0"/>
          <a:ext cx="0" cy="0"/>
          <a:chOff x="0" y="0"/>
          <a:chExt cx="0" cy="0"/>
        </a:xfrm>
      </p:grpSpPr>
      <p:sp>
        <p:nvSpPr>
          <p:cNvPr id="1001" name="Google Shape;1001;p17"/>
          <p:cNvSpPr txBox="1"/>
          <p:nvPr>
            <p:ph type="title"/>
          </p:nvPr>
        </p:nvSpPr>
        <p:spPr>
          <a:xfrm>
            <a:off x="4798000" y="1252200"/>
            <a:ext cx="3632700" cy="20616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002" name="Google Shape;1002;p17"/>
          <p:cNvSpPr txBox="1"/>
          <p:nvPr>
            <p:ph idx="1" type="subTitle"/>
          </p:nvPr>
        </p:nvSpPr>
        <p:spPr>
          <a:xfrm>
            <a:off x="4798000" y="3251100"/>
            <a:ext cx="3200400" cy="640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003" name="Google Shape;1003;p17"/>
          <p:cNvSpPr/>
          <p:nvPr/>
        </p:nvSpPr>
        <p:spPr>
          <a:xfrm rot="-1852365">
            <a:off x="7938184" y="21300"/>
            <a:ext cx="1198519" cy="1036401"/>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4" name="Google Shape;1004;p17"/>
          <p:cNvGrpSpPr/>
          <p:nvPr/>
        </p:nvGrpSpPr>
        <p:grpSpPr>
          <a:xfrm flipH="1" rot="3076494">
            <a:off x="7552915" y="-116043"/>
            <a:ext cx="1253395" cy="1311066"/>
            <a:chOff x="4385625" y="4289775"/>
            <a:chExt cx="983450" cy="1028700"/>
          </a:xfrm>
        </p:grpSpPr>
        <p:sp>
          <p:nvSpPr>
            <p:cNvPr id="1005" name="Google Shape;1005;p17"/>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7"/>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7"/>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7"/>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7"/>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1" name="Google Shape;1011;p17"/>
          <p:cNvGrpSpPr/>
          <p:nvPr/>
        </p:nvGrpSpPr>
        <p:grpSpPr>
          <a:xfrm rot="-4077424">
            <a:off x="796028" y="2235904"/>
            <a:ext cx="2289243" cy="3059815"/>
            <a:chOff x="2215325" y="2417050"/>
            <a:chExt cx="2289250" cy="3059825"/>
          </a:xfrm>
        </p:grpSpPr>
        <p:sp>
          <p:nvSpPr>
            <p:cNvPr id="1012" name="Google Shape;1012;p17"/>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7"/>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7"/>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7"/>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7"/>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7"/>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7"/>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7"/>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7"/>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7"/>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7"/>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7"/>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7"/>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7"/>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7"/>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7"/>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7"/>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7"/>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7"/>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7"/>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7"/>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7"/>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7"/>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7"/>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7"/>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7"/>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7"/>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7"/>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7"/>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7"/>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7"/>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7"/>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17"/>
          <p:cNvGrpSpPr/>
          <p:nvPr/>
        </p:nvGrpSpPr>
        <p:grpSpPr>
          <a:xfrm>
            <a:off x="8385100" y="4468675"/>
            <a:ext cx="378900" cy="472250"/>
            <a:chOff x="2459875" y="3181675"/>
            <a:chExt cx="378900" cy="472250"/>
          </a:xfrm>
        </p:grpSpPr>
        <p:sp>
          <p:nvSpPr>
            <p:cNvPr id="1045" name="Google Shape;1045;p17"/>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7"/>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7"/>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8" name="Google Shape;1048;p17"/>
          <p:cNvSpPr/>
          <p:nvPr/>
        </p:nvSpPr>
        <p:spPr>
          <a:xfrm rot="-1005388">
            <a:off x="8435474" y="430972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5">
    <p:spTree>
      <p:nvGrpSpPr>
        <p:cNvPr id="1049" name="Shape 1049"/>
        <p:cNvGrpSpPr/>
        <p:nvPr/>
      </p:nvGrpSpPr>
      <p:grpSpPr>
        <a:xfrm>
          <a:off x="0" y="0"/>
          <a:ext cx="0" cy="0"/>
          <a:chOff x="0" y="0"/>
          <a:chExt cx="0" cy="0"/>
        </a:xfrm>
      </p:grpSpPr>
      <p:sp>
        <p:nvSpPr>
          <p:cNvPr id="1050" name="Google Shape;1050;p18"/>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b="1"/>
            </a:lvl2pPr>
            <a:lvl3pPr lvl="2" rtl="0">
              <a:spcBef>
                <a:spcPts val="0"/>
              </a:spcBef>
              <a:spcAft>
                <a:spcPts val="0"/>
              </a:spcAft>
              <a:buSzPts val="2800"/>
              <a:buNone/>
              <a:defRPr b="1"/>
            </a:lvl3pPr>
            <a:lvl4pPr lvl="3" rtl="0">
              <a:spcBef>
                <a:spcPts val="0"/>
              </a:spcBef>
              <a:spcAft>
                <a:spcPts val="0"/>
              </a:spcAft>
              <a:buSzPts val="2800"/>
              <a:buNone/>
              <a:defRPr b="1"/>
            </a:lvl4pPr>
            <a:lvl5pPr lvl="4" rtl="0">
              <a:spcBef>
                <a:spcPts val="0"/>
              </a:spcBef>
              <a:spcAft>
                <a:spcPts val="0"/>
              </a:spcAft>
              <a:buSzPts val="2800"/>
              <a:buNone/>
              <a:defRPr b="1"/>
            </a:lvl5pPr>
            <a:lvl6pPr lvl="5" rtl="0">
              <a:spcBef>
                <a:spcPts val="0"/>
              </a:spcBef>
              <a:spcAft>
                <a:spcPts val="0"/>
              </a:spcAft>
              <a:buSzPts val="2800"/>
              <a:buNone/>
              <a:defRPr b="1"/>
            </a:lvl6pPr>
            <a:lvl7pPr lvl="6" rtl="0">
              <a:spcBef>
                <a:spcPts val="0"/>
              </a:spcBef>
              <a:spcAft>
                <a:spcPts val="0"/>
              </a:spcAft>
              <a:buSzPts val="2800"/>
              <a:buNone/>
              <a:defRPr b="1"/>
            </a:lvl7pPr>
            <a:lvl8pPr lvl="7" rtl="0">
              <a:spcBef>
                <a:spcPts val="0"/>
              </a:spcBef>
              <a:spcAft>
                <a:spcPts val="0"/>
              </a:spcAft>
              <a:buSzPts val="2800"/>
              <a:buNone/>
              <a:defRPr b="1"/>
            </a:lvl8pPr>
            <a:lvl9pPr lvl="8" rtl="0">
              <a:spcBef>
                <a:spcPts val="0"/>
              </a:spcBef>
              <a:spcAft>
                <a:spcPts val="0"/>
              </a:spcAft>
              <a:buSzPts val="2800"/>
              <a:buNone/>
              <a:defRPr b="1"/>
            </a:lvl9pPr>
          </a:lstStyle>
          <a:p/>
        </p:txBody>
      </p:sp>
      <p:sp>
        <p:nvSpPr>
          <p:cNvPr id="1051" name="Google Shape;1051;p18"/>
          <p:cNvSpPr txBox="1"/>
          <p:nvPr>
            <p:ph idx="1" type="body"/>
          </p:nvPr>
        </p:nvSpPr>
        <p:spPr>
          <a:xfrm>
            <a:off x="1740600" y="1495950"/>
            <a:ext cx="5662800" cy="2151600"/>
          </a:xfrm>
          <a:prstGeom prst="rect">
            <a:avLst/>
          </a:prstGeom>
        </p:spPr>
        <p:txBody>
          <a:bodyPr anchorCtr="0" anchor="ctr" bIns="91425" lIns="91425" spcFirstLastPara="1" rIns="91425" wrap="square" tIns="91425">
            <a:noAutofit/>
          </a:bodyPr>
          <a:lstStyle>
            <a:lvl1pPr indent="-304800" lvl="0" marL="457200" rtl="0">
              <a:spcBef>
                <a:spcPts val="0"/>
              </a:spcBef>
              <a:spcAft>
                <a:spcPts val="0"/>
              </a:spcAft>
              <a:buSzPts val="1200"/>
              <a:buChar char="●"/>
              <a:defRPr sz="16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grpSp>
        <p:nvGrpSpPr>
          <p:cNvPr id="1052" name="Google Shape;1052;p18"/>
          <p:cNvGrpSpPr/>
          <p:nvPr/>
        </p:nvGrpSpPr>
        <p:grpSpPr>
          <a:xfrm rot="-3076494">
            <a:off x="8372082" y="4158557"/>
            <a:ext cx="1253395" cy="1311066"/>
            <a:chOff x="4385625" y="4289775"/>
            <a:chExt cx="983450" cy="1028700"/>
          </a:xfrm>
        </p:grpSpPr>
        <p:sp>
          <p:nvSpPr>
            <p:cNvPr id="1053" name="Google Shape;1053;p18"/>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8"/>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9" name="Google Shape;1059;p18"/>
          <p:cNvSpPr/>
          <p:nvPr/>
        </p:nvSpPr>
        <p:spPr>
          <a:xfrm flipH="1" rot="-1266272">
            <a:off x="8033634" y="4526992"/>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0" name="Google Shape;1060;p18"/>
          <p:cNvGrpSpPr/>
          <p:nvPr/>
        </p:nvGrpSpPr>
        <p:grpSpPr>
          <a:xfrm flipH="1">
            <a:off x="8178492" y="3333325"/>
            <a:ext cx="892900" cy="888725"/>
            <a:chOff x="3655725" y="3261075"/>
            <a:chExt cx="892900" cy="888725"/>
          </a:xfrm>
        </p:grpSpPr>
        <p:sp>
          <p:nvSpPr>
            <p:cNvPr id="1061" name="Google Shape;1061;p18"/>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7" name="Google Shape;1067;p18"/>
          <p:cNvGrpSpPr/>
          <p:nvPr/>
        </p:nvGrpSpPr>
        <p:grpSpPr>
          <a:xfrm rot="2085203">
            <a:off x="-435031" y="-82495"/>
            <a:ext cx="1198514" cy="1244002"/>
            <a:chOff x="238125" y="3112025"/>
            <a:chExt cx="716000" cy="743175"/>
          </a:xfrm>
        </p:grpSpPr>
        <p:sp>
          <p:nvSpPr>
            <p:cNvPr id="1068" name="Google Shape;1068;p18"/>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18"/>
          <p:cNvGrpSpPr/>
          <p:nvPr/>
        </p:nvGrpSpPr>
        <p:grpSpPr>
          <a:xfrm flipH="1">
            <a:off x="1330519" y="195050"/>
            <a:ext cx="378900" cy="472250"/>
            <a:chOff x="2459875" y="3181675"/>
            <a:chExt cx="378900" cy="472250"/>
          </a:xfrm>
        </p:grpSpPr>
        <p:sp>
          <p:nvSpPr>
            <p:cNvPr id="1072" name="Google Shape;1072;p18"/>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5" name="Google Shape;1075;p18"/>
          <p:cNvSpPr/>
          <p:nvPr/>
        </p:nvSpPr>
        <p:spPr>
          <a:xfrm flipH="1" rot="1005388">
            <a:off x="1240329" y="1017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6" name="Google Shape;1076;p18"/>
          <p:cNvGrpSpPr/>
          <p:nvPr/>
        </p:nvGrpSpPr>
        <p:grpSpPr>
          <a:xfrm>
            <a:off x="176450" y="4439275"/>
            <a:ext cx="378900" cy="472250"/>
            <a:chOff x="2459875" y="3181675"/>
            <a:chExt cx="378900" cy="472250"/>
          </a:xfrm>
        </p:grpSpPr>
        <p:sp>
          <p:nvSpPr>
            <p:cNvPr id="1077" name="Google Shape;1077;p18"/>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8"/>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6">
    <p:spTree>
      <p:nvGrpSpPr>
        <p:cNvPr id="1080" name="Shape 1080"/>
        <p:cNvGrpSpPr/>
        <p:nvPr/>
      </p:nvGrpSpPr>
      <p:grpSpPr>
        <a:xfrm>
          <a:off x="0" y="0"/>
          <a:ext cx="0" cy="0"/>
          <a:chOff x="0" y="0"/>
          <a:chExt cx="0" cy="0"/>
        </a:xfrm>
      </p:grpSpPr>
      <p:sp>
        <p:nvSpPr>
          <p:cNvPr id="1081" name="Google Shape;1081;p19"/>
          <p:cNvSpPr txBox="1"/>
          <p:nvPr>
            <p:ph idx="1" type="subTitle"/>
          </p:nvPr>
        </p:nvSpPr>
        <p:spPr>
          <a:xfrm>
            <a:off x="837050" y="2553592"/>
            <a:ext cx="3657600" cy="91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1600"/>
            </a:lvl1pPr>
            <a:lvl2pPr lvl="1" rtl="0" algn="r">
              <a:lnSpc>
                <a:spcPct val="100000"/>
              </a:lnSpc>
              <a:spcBef>
                <a:spcPts val="0"/>
              </a:spcBef>
              <a:spcAft>
                <a:spcPts val="0"/>
              </a:spcAft>
              <a:buNone/>
              <a:defRPr sz="1600"/>
            </a:lvl2pPr>
            <a:lvl3pPr lvl="2" rtl="0" algn="r">
              <a:lnSpc>
                <a:spcPct val="100000"/>
              </a:lnSpc>
              <a:spcBef>
                <a:spcPts val="0"/>
              </a:spcBef>
              <a:spcAft>
                <a:spcPts val="0"/>
              </a:spcAft>
              <a:buNone/>
              <a:defRPr sz="1600"/>
            </a:lvl3pPr>
            <a:lvl4pPr lvl="3" rtl="0" algn="r">
              <a:lnSpc>
                <a:spcPct val="100000"/>
              </a:lnSpc>
              <a:spcBef>
                <a:spcPts val="0"/>
              </a:spcBef>
              <a:spcAft>
                <a:spcPts val="0"/>
              </a:spcAft>
              <a:buNone/>
              <a:defRPr sz="1600"/>
            </a:lvl4pPr>
            <a:lvl5pPr lvl="4" rtl="0" algn="r">
              <a:lnSpc>
                <a:spcPct val="100000"/>
              </a:lnSpc>
              <a:spcBef>
                <a:spcPts val="0"/>
              </a:spcBef>
              <a:spcAft>
                <a:spcPts val="0"/>
              </a:spcAft>
              <a:buNone/>
              <a:defRPr sz="1600"/>
            </a:lvl5pPr>
            <a:lvl6pPr lvl="5" rtl="0" algn="r">
              <a:lnSpc>
                <a:spcPct val="100000"/>
              </a:lnSpc>
              <a:spcBef>
                <a:spcPts val="0"/>
              </a:spcBef>
              <a:spcAft>
                <a:spcPts val="0"/>
              </a:spcAft>
              <a:buNone/>
              <a:defRPr sz="1600"/>
            </a:lvl6pPr>
            <a:lvl7pPr lvl="6" rtl="0" algn="r">
              <a:lnSpc>
                <a:spcPct val="100000"/>
              </a:lnSpc>
              <a:spcBef>
                <a:spcPts val="0"/>
              </a:spcBef>
              <a:spcAft>
                <a:spcPts val="0"/>
              </a:spcAft>
              <a:buNone/>
              <a:defRPr sz="1600"/>
            </a:lvl7pPr>
            <a:lvl8pPr lvl="7" rtl="0" algn="r">
              <a:lnSpc>
                <a:spcPct val="100000"/>
              </a:lnSpc>
              <a:spcBef>
                <a:spcPts val="0"/>
              </a:spcBef>
              <a:spcAft>
                <a:spcPts val="0"/>
              </a:spcAft>
              <a:buNone/>
              <a:defRPr sz="1600"/>
            </a:lvl8pPr>
            <a:lvl9pPr lvl="8" rtl="0" algn="r">
              <a:lnSpc>
                <a:spcPct val="100000"/>
              </a:lnSpc>
              <a:spcBef>
                <a:spcPts val="0"/>
              </a:spcBef>
              <a:spcAft>
                <a:spcPts val="0"/>
              </a:spcAft>
              <a:buNone/>
              <a:defRPr sz="1600"/>
            </a:lvl9pPr>
          </a:lstStyle>
          <a:p/>
        </p:txBody>
      </p:sp>
      <p:sp>
        <p:nvSpPr>
          <p:cNvPr id="1082" name="Google Shape;1082;p19"/>
          <p:cNvSpPr txBox="1"/>
          <p:nvPr>
            <p:ph type="title"/>
          </p:nvPr>
        </p:nvSpPr>
        <p:spPr>
          <a:xfrm>
            <a:off x="2025650" y="1675509"/>
            <a:ext cx="2469000" cy="73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83" name="Google Shape;1083;p19"/>
          <p:cNvGrpSpPr/>
          <p:nvPr/>
        </p:nvGrpSpPr>
        <p:grpSpPr>
          <a:xfrm rot="-6830105">
            <a:off x="-337283" y="-1183265"/>
            <a:ext cx="2289219" cy="3059784"/>
            <a:chOff x="2215325" y="2417050"/>
            <a:chExt cx="2289250" cy="3059825"/>
          </a:xfrm>
        </p:grpSpPr>
        <p:sp>
          <p:nvSpPr>
            <p:cNvPr id="1084" name="Google Shape;1084;p19"/>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9"/>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9"/>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9"/>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9"/>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9"/>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9"/>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9"/>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9"/>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9"/>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9"/>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9"/>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9"/>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9"/>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9"/>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9"/>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9"/>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9"/>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9"/>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9"/>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9"/>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9"/>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9"/>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9"/>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9"/>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9"/>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9"/>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9"/>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9"/>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9"/>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9"/>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9"/>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6" name="Google Shape;1116;p19"/>
          <p:cNvGrpSpPr/>
          <p:nvPr/>
        </p:nvGrpSpPr>
        <p:grpSpPr>
          <a:xfrm flipH="1" rot="-7723506">
            <a:off x="7988632" y="-108055"/>
            <a:ext cx="1253395" cy="1311066"/>
            <a:chOff x="4385625" y="4289775"/>
            <a:chExt cx="983450" cy="1028700"/>
          </a:xfrm>
        </p:grpSpPr>
        <p:sp>
          <p:nvSpPr>
            <p:cNvPr id="1117" name="Google Shape;1117;p19"/>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9"/>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9"/>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9"/>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9"/>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9"/>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3" name="Google Shape;1123;p19"/>
          <p:cNvSpPr/>
          <p:nvPr/>
        </p:nvSpPr>
        <p:spPr>
          <a:xfrm rot="-9533728">
            <a:off x="7650184" y="54485"/>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4" name="Google Shape;1124;p19"/>
          <p:cNvGrpSpPr/>
          <p:nvPr/>
        </p:nvGrpSpPr>
        <p:grpSpPr>
          <a:xfrm rot="10800000">
            <a:off x="7058742" y="409780"/>
            <a:ext cx="481300" cy="473625"/>
            <a:chOff x="1433950" y="3130850"/>
            <a:chExt cx="481300" cy="473625"/>
          </a:xfrm>
        </p:grpSpPr>
        <p:sp>
          <p:nvSpPr>
            <p:cNvPr id="1125" name="Google Shape;1125;p19"/>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9"/>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9"/>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9"/>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9"/>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9"/>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
    <p:spTree>
      <p:nvGrpSpPr>
        <p:cNvPr id="1131" name="Shape 1131"/>
        <p:cNvGrpSpPr/>
        <p:nvPr/>
      </p:nvGrpSpPr>
      <p:grpSpPr>
        <a:xfrm>
          <a:off x="0" y="0"/>
          <a:ext cx="0" cy="0"/>
          <a:chOff x="0" y="0"/>
          <a:chExt cx="0" cy="0"/>
        </a:xfrm>
      </p:grpSpPr>
      <p:sp>
        <p:nvSpPr>
          <p:cNvPr id="1132" name="Google Shape;1132;p20"/>
          <p:cNvSpPr txBox="1"/>
          <p:nvPr>
            <p:ph idx="1" type="subTitle"/>
          </p:nvPr>
        </p:nvSpPr>
        <p:spPr>
          <a:xfrm>
            <a:off x="4723250" y="2553592"/>
            <a:ext cx="3657600" cy="91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1133" name="Google Shape;1133;p20"/>
          <p:cNvSpPr txBox="1"/>
          <p:nvPr>
            <p:ph type="title"/>
          </p:nvPr>
        </p:nvSpPr>
        <p:spPr>
          <a:xfrm>
            <a:off x="4723250" y="1675500"/>
            <a:ext cx="2151600" cy="731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30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grpSp>
        <p:nvGrpSpPr>
          <p:cNvPr id="1134" name="Google Shape;1134;p20"/>
          <p:cNvGrpSpPr/>
          <p:nvPr/>
        </p:nvGrpSpPr>
        <p:grpSpPr>
          <a:xfrm flipH="1" rot="6830105">
            <a:off x="7198037" y="-1183265"/>
            <a:ext cx="2289219" cy="3059784"/>
            <a:chOff x="2215325" y="2417050"/>
            <a:chExt cx="2289250" cy="3059825"/>
          </a:xfrm>
        </p:grpSpPr>
        <p:sp>
          <p:nvSpPr>
            <p:cNvPr id="1135" name="Google Shape;1135;p20"/>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0"/>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0"/>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0"/>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0"/>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0"/>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0"/>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0"/>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0"/>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0"/>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0"/>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0"/>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0"/>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0"/>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0"/>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0"/>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0"/>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0"/>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0"/>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0"/>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0"/>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0"/>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0"/>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0"/>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0"/>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0"/>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0"/>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0"/>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0"/>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0"/>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0"/>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0"/>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7" name="Google Shape;1167;p20"/>
          <p:cNvGrpSpPr/>
          <p:nvPr/>
        </p:nvGrpSpPr>
        <p:grpSpPr>
          <a:xfrm rot="7723506">
            <a:off x="-92055" y="-108055"/>
            <a:ext cx="1253395" cy="1311066"/>
            <a:chOff x="4385625" y="4289775"/>
            <a:chExt cx="983450" cy="1028700"/>
          </a:xfrm>
        </p:grpSpPr>
        <p:sp>
          <p:nvSpPr>
            <p:cNvPr id="1168" name="Google Shape;1168;p20"/>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0"/>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0"/>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0"/>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0"/>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0"/>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4" name="Google Shape;1174;p20"/>
          <p:cNvSpPr/>
          <p:nvPr/>
        </p:nvSpPr>
        <p:spPr>
          <a:xfrm flipH="1" rot="9533728">
            <a:off x="597465" y="54485"/>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5" name="Google Shape;1175;p20"/>
          <p:cNvGrpSpPr/>
          <p:nvPr/>
        </p:nvGrpSpPr>
        <p:grpSpPr>
          <a:xfrm flipH="1" rot="10800000">
            <a:off x="1609930" y="409780"/>
            <a:ext cx="481300" cy="473625"/>
            <a:chOff x="1433950" y="3130850"/>
            <a:chExt cx="481300" cy="473625"/>
          </a:xfrm>
        </p:grpSpPr>
        <p:sp>
          <p:nvSpPr>
            <p:cNvPr id="1176" name="Google Shape;1176;p20"/>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0"/>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0"/>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0"/>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0"/>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0"/>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2_1_1">
    <p:spTree>
      <p:nvGrpSpPr>
        <p:cNvPr id="1182" name="Shape 1182"/>
        <p:cNvGrpSpPr/>
        <p:nvPr/>
      </p:nvGrpSpPr>
      <p:grpSpPr>
        <a:xfrm>
          <a:off x="0" y="0"/>
          <a:ext cx="0" cy="0"/>
          <a:chOff x="0" y="0"/>
          <a:chExt cx="0" cy="0"/>
        </a:xfrm>
      </p:grpSpPr>
      <p:sp>
        <p:nvSpPr>
          <p:cNvPr id="1183" name="Google Shape;1183;p21"/>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184" name="Google Shape;1184;p21"/>
          <p:cNvSpPr txBox="1"/>
          <p:nvPr>
            <p:ph idx="1" type="subTitle"/>
          </p:nvPr>
        </p:nvSpPr>
        <p:spPr>
          <a:xfrm>
            <a:off x="7132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SzPts val="1300"/>
              <a:buChar char="●"/>
              <a:defRPr sz="1300"/>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sp>
        <p:nvSpPr>
          <p:cNvPr id="1185" name="Google Shape;1185;p21"/>
          <p:cNvSpPr txBox="1"/>
          <p:nvPr>
            <p:ph idx="2" type="subTitle"/>
          </p:nvPr>
        </p:nvSpPr>
        <p:spPr>
          <a:xfrm>
            <a:off x="4572025" y="1012850"/>
            <a:ext cx="3858900" cy="3528900"/>
          </a:xfrm>
          <a:prstGeom prst="rect">
            <a:avLst/>
          </a:prstGeom>
        </p:spPr>
        <p:txBody>
          <a:bodyPr anchorCtr="0" anchor="t" bIns="91425" lIns="91425" spcFirstLastPara="1" rIns="91425" wrap="square" tIns="91425">
            <a:noAutofit/>
          </a:bodyPr>
          <a:lstStyle>
            <a:lvl1pPr lvl="0" rtl="0">
              <a:spcBef>
                <a:spcPts val="0"/>
              </a:spcBef>
              <a:spcAft>
                <a:spcPts val="0"/>
              </a:spcAft>
              <a:buSzPts val="1300"/>
              <a:buChar char="●"/>
              <a:defRPr sz="1300"/>
            </a:lvl1pPr>
            <a:lvl2pPr lvl="1" rtl="0">
              <a:spcBef>
                <a:spcPts val="0"/>
              </a:spcBef>
              <a:spcAft>
                <a:spcPts val="0"/>
              </a:spcAft>
              <a:buSzPts val="1600"/>
              <a:buChar char="○"/>
              <a:defRPr/>
            </a:lvl2pPr>
            <a:lvl3pPr lvl="2" rtl="0">
              <a:spcBef>
                <a:spcPts val="0"/>
              </a:spcBef>
              <a:spcAft>
                <a:spcPts val="0"/>
              </a:spcAft>
              <a:buSzPts val="1600"/>
              <a:buChar char="■"/>
              <a:defRPr/>
            </a:lvl3pPr>
            <a:lvl4pPr lvl="3" rtl="0">
              <a:spcBef>
                <a:spcPts val="0"/>
              </a:spcBef>
              <a:spcAft>
                <a:spcPts val="0"/>
              </a:spcAft>
              <a:buSzPts val="1600"/>
              <a:buChar char="●"/>
              <a:defRPr/>
            </a:lvl4pPr>
            <a:lvl5pPr lvl="4" rtl="0">
              <a:spcBef>
                <a:spcPts val="0"/>
              </a:spcBef>
              <a:spcAft>
                <a:spcPts val="0"/>
              </a:spcAft>
              <a:buSzPts val="1600"/>
              <a:buChar char="○"/>
              <a:defRPr/>
            </a:lvl5pPr>
            <a:lvl6pPr lvl="5" rtl="0">
              <a:spcBef>
                <a:spcPts val="0"/>
              </a:spcBef>
              <a:spcAft>
                <a:spcPts val="0"/>
              </a:spcAft>
              <a:buSzPts val="1600"/>
              <a:buChar char="■"/>
              <a:defRPr/>
            </a:lvl6pPr>
            <a:lvl7pPr lvl="6" rtl="0">
              <a:spcBef>
                <a:spcPts val="0"/>
              </a:spcBef>
              <a:spcAft>
                <a:spcPts val="0"/>
              </a:spcAft>
              <a:buSzPts val="1600"/>
              <a:buChar char="●"/>
              <a:defRPr/>
            </a:lvl7pPr>
            <a:lvl8pPr lvl="7" rtl="0">
              <a:spcBef>
                <a:spcPts val="0"/>
              </a:spcBef>
              <a:spcAft>
                <a:spcPts val="0"/>
              </a:spcAft>
              <a:buSzPts val="1600"/>
              <a:buChar char="○"/>
              <a:defRPr/>
            </a:lvl8pPr>
            <a:lvl9pPr lvl="8" rtl="0">
              <a:spcBef>
                <a:spcPts val="0"/>
              </a:spcBef>
              <a:spcAft>
                <a:spcPts val="0"/>
              </a:spcAft>
              <a:buSzPts val="1600"/>
              <a:buChar char="■"/>
              <a:defRPr/>
            </a:lvl9pPr>
          </a:lstStyle>
          <a:p/>
        </p:txBody>
      </p:sp>
      <p:grpSp>
        <p:nvGrpSpPr>
          <p:cNvPr id="1186" name="Google Shape;1186;p21"/>
          <p:cNvGrpSpPr/>
          <p:nvPr/>
        </p:nvGrpSpPr>
        <p:grpSpPr>
          <a:xfrm>
            <a:off x="369750" y="181675"/>
            <a:ext cx="481300" cy="473625"/>
            <a:chOff x="1433950" y="3130850"/>
            <a:chExt cx="481300" cy="473625"/>
          </a:xfrm>
        </p:grpSpPr>
        <p:sp>
          <p:nvSpPr>
            <p:cNvPr id="1187" name="Google Shape;1187;p21"/>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1"/>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1"/>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1"/>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1"/>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1"/>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3" name="Google Shape;1193;p21"/>
          <p:cNvGrpSpPr/>
          <p:nvPr/>
        </p:nvGrpSpPr>
        <p:grpSpPr>
          <a:xfrm>
            <a:off x="622450" y="-410712"/>
            <a:ext cx="892900" cy="888725"/>
            <a:chOff x="3655725" y="3261075"/>
            <a:chExt cx="892900" cy="888725"/>
          </a:xfrm>
        </p:grpSpPr>
        <p:sp>
          <p:nvSpPr>
            <p:cNvPr id="1194" name="Google Shape;1194;p21"/>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1"/>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1"/>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1"/>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1"/>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1"/>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0" name="Google Shape;1200;p21"/>
          <p:cNvGrpSpPr/>
          <p:nvPr/>
        </p:nvGrpSpPr>
        <p:grpSpPr>
          <a:xfrm rot="-5400000">
            <a:off x="7520750" y="3198100"/>
            <a:ext cx="2289250" cy="3059825"/>
            <a:chOff x="2215325" y="2417050"/>
            <a:chExt cx="2289250" cy="3059825"/>
          </a:xfrm>
        </p:grpSpPr>
        <p:sp>
          <p:nvSpPr>
            <p:cNvPr id="1201" name="Google Shape;1201;p21"/>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1"/>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1"/>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1"/>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1"/>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1"/>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1"/>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1"/>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1"/>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1"/>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1"/>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1"/>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1"/>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1"/>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1"/>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1"/>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1"/>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1"/>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1"/>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1"/>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1"/>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1"/>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1"/>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1"/>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1"/>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1"/>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1"/>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1"/>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1"/>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1"/>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1"/>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1"/>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3" name="Google Shape;1233;p21"/>
          <p:cNvGrpSpPr/>
          <p:nvPr/>
        </p:nvGrpSpPr>
        <p:grpSpPr>
          <a:xfrm rot="-2700000">
            <a:off x="8478143" y="1397291"/>
            <a:ext cx="481295" cy="473620"/>
            <a:chOff x="1433950" y="3130850"/>
            <a:chExt cx="481300" cy="473625"/>
          </a:xfrm>
        </p:grpSpPr>
        <p:sp>
          <p:nvSpPr>
            <p:cNvPr id="1234" name="Google Shape;1234;p21"/>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1"/>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1"/>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1"/>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1"/>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1"/>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0" name="Google Shape;1240;p21"/>
          <p:cNvGrpSpPr/>
          <p:nvPr/>
        </p:nvGrpSpPr>
        <p:grpSpPr>
          <a:xfrm>
            <a:off x="8575100" y="822850"/>
            <a:ext cx="481300" cy="473625"/>
            <a:chOff x="1433950" y="3130850"/>
            <a:chExt cx="481300" cy="473625"/>
          </a:xfrm>
        </p:grpSpPr>
        <p:sp>
          <p:nvSpPr>
            <p:cNvPr id="1241" name="Google Shape;1241;p21"/>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1"/>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1"/>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1"/>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1"/>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1"/>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2_1_1_1">
    <p:spTree>
      <p:nvGrpSpPr>
        <p:cNvPr id="1247" name="Shape 1247"/>
        <p:cNvGrpSpPr/>
        <p:nvPr/>
      </p:nvGrpSpPr>
      <p:grpSpPr>
        <a:xfrm>
          <a:off x="0" y="0"/>
          <a:ext cx="0" cy="0"/>
          <a:chOff x="0" y="0"/>
          <a:chExt cx="0" cy="0"/>
        </a:xfrm>
      </p:grpSpPr>
      <p:sp>
        <p:nvSpPr>
          <p:cNvPr id="1248" name="Google Shape;1248;p22"/>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249" name="Google Shape;1249;p22"/>
          <p:cNvSpPr txBox="1"/>
          <p:nvPr>
            <p:ph idx="1" type="subTitle"/>
          </p:nvPr>
        </p:nvSpPr>
        <p:spPr>
          <a:xfrm>
            <a:off x="877550" y="33119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250" name="Google Shape;1250;p22"/>
          <p:cNvSpPr txBox="1"/>
          <p:nvPr>
            <p:ph idx="2" type="subTitle"/>
          </p:nvPr>
        </p:nvSpPr>
        <p:spPr>
          <a:xfrm>
            <a:off x="711800" y="36637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251" name="Google Shape;1251;p22"/>
          <p:cNvSpPr txBox="1"/>
          <p:nvPr>
            <p:ph idx="3" type="subTitle"/>
          </p:nvPr>
        </p:nvSpPr>
        <p:spPr>
          <a:xfrm>
            <a:off x="2944475" y="33119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252" name="Google Shape;1252;p22"/>
          <p:cNvSpPr txBox="1"/>
          <p:nvPr>
            <p:ph idx="4" type="subTitle"/>
          </p:nvPr>
        </p:nvSpPr>
        <p:spPr>
          <a:xfrm>
            <a:off x="2778725" y="3663777"/>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253" name="Google Shape;1253;p22"/>
          <p:cNvSpPr txBox="1"/>
          <p:nvPr>
            <p:ph idx="5" type="subTitle"/>
          </p:nvPr>
        </p:nvSpPr>
        <p:spPr>
          <a:xfrm>
            <a:off x="717825" y="1653025"/>
            <a:ext cx="3858900" cy="61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grpSp>
        <p:nvGrpSpPr>
          <p:cNvPr id="1254" name="Google Shape;1254;p22"/>
          <p:cNvGrpSpPr/>
          <p:nvPr/>
        </p:nvGrpSpPr>
        <p:grpSpPr>
          <a:xfrm rot="2085203">
            <a:off x="7400377" y="-257045"/>
            <a:ext cx="1198514" cy="1244002"/>
            <a:chOff x="238125" y="3112025"/>
            <a:chExt cx="716000" cy="743175"/>
          </a:xfrm>
        </p:grpSpPr>
        <p:sp>
          <p:nvSpPr>
            <p:cNvPr id="1255" name="Google Shape;1255;p22"/>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2"/>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2"/>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8" name="Google Shape;1258;p22"/>
          <p:cNvSpPr/>
          <p:nvPr/>
        </p:nvSpPr>
        <p:spPr>
          <a:xfrm flipH="1" rot="1005388">
            <a:off x="8770936" y="-88178"/>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9" name="Google Shape;1259;p22"/>
          <p:cNvGrpSpPr/>
          <p:nvPr/>
        </p:nvGrpSpPr>
        <p:grpSpPr>
          <a:xfrm rot="-5400000">
            <a:off x="-356425" y="-1421525"/>
            <a:ext cx="2289250" cy="3059825"/>
            <a:chOff x="2215325" y="2417050"/>
            <a:chExt cx="2289250" cy="3059825"/>
          </a:xfrm>
        </p:grpSpPr>
        <p:sp>
          <p:nvSpPr>
            <p:cNvPr id="1260" name="Google Shape;1260;p22"/>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2"/>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2"/>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2"/>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2"/>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2"/>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2"/>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2"/>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2"/>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2"/>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2"/>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2"/>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2"/>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2"/>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2"/>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2"/>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2"/>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2"/>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2"/>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2"/>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2"/>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2"/>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2"/>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2"/>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2"/>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2"/>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2"/>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2"/>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2"/>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2"/>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2"/>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2"/>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2" name="Google Shape;1292;p22"/>
          <p:cNvGrpSpPr/>
          <p:nvPr/>
        </p:nvGrpSpPr>
        <p:grpSpPr>
          <a:xfrm>
            <a:off x="8586500" y="4563175"/>
            <a:ext cx="481300" cy="473625"/>
            <a:chOff x="1433950" y="3130850"/>
            <a:chExt cx="481300" cy="473625"/>
          </a:xfrm>
        </p:grpSpPr>
        <p:sp>
          <p:nvSpPr>
            <p:cNvPr id="1293" name="Google Shape;1293;p22"/>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2"/>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2"/>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2"/>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2"/>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2"/>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
    <p:spTree>
      <p:nvGrpSpPr>
        <p:cNvPr id="1299" name="Shape 1299"/>
        <p:cNvGrpSpPr/>
        <p:nvPr/>
      </p:nvGrpSpPr>
      <p:grpSpPr>
        <a:xfrm>
          <a:off x="0" y="0"/>
          <a:ext cx="0" cy="0"/>
          <a:chOff x="0" y="0"/>
          <a:chExt cx="0" cy="0"/>
        </a:xfrm>
      </p:grpSpPr>
      <p:sp>
        <p:nvSpPr>
          <p:cNvPr id="1300" name="Google Shape;1300;p23"/>
          <p:cNvSpPr txBox="1"/>
          <p:nvPr>
            <p:ph idx="1" type="subTitle"/>
          </p:nvPr>
        </p:nvSpPr>
        <p:spPr>
          <a:xfrm>
            <a:off x="993571" y="2734056"/>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1301" name="Google Shape;1301;p23"/>
          <p:cNvSpPr txBox="1"/>
          <p:nvPr>
            <p:ph idx="2" type="subTitle"/>
          </p:nvPr>
        </p:nvSpPr>
        <p:spPr>
          <a:xfrm>
            <a:off x="993571" y="3127253"/>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1302" name="Google Shape;1302;p23"/>
          <p:cNvSpPr txBox="1"/>
          <p:nvPr>
            <p:ph idx="3" type="subTitle"/>
          </p:nvPr>
        </p:nvSpPr>
        <p:spPr>
          <a:xfrm>
            <a:off x="3566071" y="2734056"/>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1303" name="Google Shape;1303;p23"/>
          <p:cNvSpPr txBox="1"/>
          <p:nvPr>
            <p:ph idx="4" type="subTitle"/>
          </p:nvPr>
        </p:nvSpPr>
        <p:spPr>
          <a:xfrm>
            <a:off x="3566071" y="3127248"/>
            <a:ext cx="20118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1304" name="Google Shape;1304;p23"/>
          <p:cNvSpPr txBox="1"/>
          <p:nvPr>
            <p:ph idx="5" type="subTitle"/>
          </p:nvPr>
        </p:nvSpPr>
        <p:spPr>
          <a:xfrm>
            <a:off x="6138571" y="2734056"/>
            <a:ext cx="20118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2000"/>
            </a:lvl1pPr>
            <a:lvl2pPr lvl="1" rtl="0" algn="ctr">
              <a:lnSpc>
                <a:spcPct val="100000"/>
              </a:lnSpc>
              <a:spcBef>
                <a:spcPts val="0"/>
              </a:spcBef>
              <a:spcAft>
                <a:spcPts val="0"/>
              </a:spcAft>
              <a:buNone/>
              <a:defRPr b="1" sz="2000"/>
            </a:lvl2pPr>
            <a:lvl3pPr lvl="2" rtl="0" algn="ctr">
              <a:lnSpc>
                <a:spcPct val="100000"/>
              </a:lnSpc>
              <a:spcBef>
                <a:spcPts val="0"/>
              </a:spcBef>
              <a:spcAft>
                <a:spcPts val="0"/>
              </a:spcAft>
              <a:buNone/>
              <a:defRPr b="1" sz="2000"/>
            </a:lvl3pPr>
            <a:lvl4pPr lvl="3" rtl="0" algn="ctr">
              <a:lnSpc>
                <a:spcPct val="100000"/>
              </a:lnSpc>
              <a:spcBef>
                <a:spcPts val="0"/>
              </a:spcBef>
              <a:spcAft>
                <a:spcPts val="0"/>
              </a:spcAft>
              <a:buNone/>
              <a:defRPr b="1" sz="2000"/>
            </a:lvl4pPr>
            <a:lvl5pPr lvl="4" rtl="0" algn="ctr">
              <a:lnSpc>
                <a:spcPct val="100000"/>
              </a:lnSpc>
              <a:spcBef>
                <a:spcPts val="0"/>
              </a:spcBef>
              <a:spcAft>
                <a:spcPts val="0"/>
              </a:spcAft>
              <a:buNone/>
              <a:defRPr b="1" sz="2000"/>
            </a:lvl5pPr>
            <a:lvl6pPr lvl="5" rtl="0" algn="ctr">
              <a:lnSpc>
                <a:spcPct val="100000"/>
              </a:lnSpc>
              <a:spcBef>
                <a:spcPts val="0"/>
              </a:spcBef>
              <a:spcAft>
                <a:spcPts val="0"/>
              </a:spcAft>
              <a:buNone/>
              <a:defRPr b="1" sz="2000"/>
            </a:lvl6pPr>
            <a:lvl7pPr lvl="6" rtl="0" algn="ctr">
              <a:lnSpc>
                <a:spcPct val="100000"/>
              </a:lnSpc>
              <a:spcBef>
                <a:spcPts val="0"/>
              </a:spcBef>
              <a:spcAft>
                <a:spcPts val="0"/>
              </a:spcAft>
              <a:buNone/>
              <a:defRPr b="1" sz="2000"/>
            </a:lvl7pPr>
            <a:lvl8pPr lvl="7" rtl="0" algn="ctr">
              <a:lnSpc>
                <a:spcPct val="100000"/>
              </a:lnSpc>
              <a:spcBef>
                <a:spcPts val="0"/>
              </a:spcBef>
              <a:spcAft>
                <a:spcPts val="0"/>
              </a:spcAft>
              <a:buNone/>
              <a:defRPr b="1" sz="2000"/>
            </a:lvl8pPr>
            <a:lvl9pPr lvl="8" rtl="0" algn="ctr">
              <a:lnSpc>
                <a:spcPct val="100000"/>
              </a:lnSpc>
              <a:spcBef>
                <a:spcPts val="0"/>
              </a:spcBef>
              <a:spcAft>
                <a:spcPts val="0"/>
              </a:spcAft>
              <a:buNone/>
              <a:defRPr b="1" sz="2000"/>
            </a:lvl9pPr>
          </a:lstStyle>
          <a:p/>
        </p:txBody>
      </p:sp>
      <p:sp>
        <p:nvSpPr>
          <p:cNvPr id="1305" name="Google Shape;1305;p23"/>
          <p:cNvSpPr txBox="1"/>
          <p:nvPr>
            <p:ph idx="6" type="subTitle"/>
          </p:nvPr>
        </p:nvSpPr>
        <p:spPr>
          <a:xfrm>
            <a:off x="5998476" y="3127250"/>
            <a:ext cx="22920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1306" name="Google Shape;1306;p23"/>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grpSp>
        <p:nvGrpSpPr>
          <p:cNvPr id="1307" name="Google Shape;1307;p23"/>
          <p:cNvGrpSpPr/>
          <p:nvPr/>
        </p:nvGrpSpPr>
        <p:grpSpPr>
          <a:xfrm rot="-5400000">
            <a:off x="-623125" y="-1560550"/>
            <a:ext cx="2289250" cy="3059825"/>
            <a:chOff x="2215325" y="2417050"/>
            <a:chExt cx="2289250" cy="3059825"/>
          </a:xfrm>
        </p:grpSpPr>
        <p:sp>
          <p:nvSpPr>
            <p:cNvPr id="1308" name="Google Shape;1308;p23"/>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3"/>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3"/>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3"/>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3"/>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3"/>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3"/>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3"/>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3"/>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3"/>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3"/>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3"/>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3"/>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3"/>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3"/>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3"/>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3"/>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3"/>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3"/>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3"/>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3"/>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3"/>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3"/>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3"/>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3"/>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3"/>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3"/>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3"/>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3"/>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3"/>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3"/>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3"/>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0" name="Google Shape;1340;p23"/>
          <p:cNvGrpSpPr/>
          <p:nvPr/>
        </p:nvGrpSpPr>
        <p:grpSpPr>
          <a:xfrm rot="-5400000">
            <a:off x="7454075" y="3121900"/>
            <a:ext cx="2289250" cy="3059825"/>
            <a:chOff x="2215325" y="2417050"/>
            <a:chExt cx="2289250" cy="3059825"/>
          </a:xfrm>
        </p:grpSpPr>
        <p:sp>
          <p:nvSpPr>
            <p:cNvPr id="1341" name="Google Shape;1341;p23"/>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3"/>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3"/>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3"/>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3"/>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3"/>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3"/>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3"/>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3"/>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3"/>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3"/>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3"/>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3"/>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3"/>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3"/>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3"/>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3"/>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3"/>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3"/>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3"/>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3"/>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3"/>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3"/>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3"/>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3"/>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3"/>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3"/>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3"/>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3"/>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3"/>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3"/>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3"/>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3" name="Google Shape;1373;p23"/>
          <p:cNvGrpSpPr/>
          <p:nvPr/>
        </p:nvGrpSpPr>
        <p:grpSpPr>
          <a:xfrm flipH="1" rot="-2085203">
            <a:off x="7940386" y="47755"/>
            <a:ext cx="1198514" cy="1244002"/>
            <a:chOff x="238125" y="3112025"/>
            <a:chExt cx="716000" cy="743175"/>
          </a:xfrm>
        </p:grpSpPr>
        <p:sp>
          <p:nvSpPr>
            <p:cNvPr id="1374" name="Google Shape;1374;p23"/>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3"/>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3"/>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7" name="Google Shape;1377;p23"/>
          <p:cNvGrpSpPr/>
          <p:nvPr/>
        </p:nvGrpSpPr>
        <p:grpSpPr>
          <a:xfrm>
            <a:off x="8527475" y="1269475"/>
            <a:ext cx="481300" cy="473625"/>
            <a:chOff x="1433950" y="3130850"/>
            <a:chExt cx="481300" cy="473625"/>
          </a:xfrm>
        </p:grpSpPr>
        <p:sp>
          <p:nvSpPr>
            <p:cNvPr id="1378" name="Google Shape;1378;p23"/>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3"/>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3"/>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3"/>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3"/>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3"/>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4" name="Google Shape;1384;p23"/>
          <p:cNvGrpSpPr/>
          <p:nvPr/>
        </p:nvGrpSpPr>
        <p:grpSpPr>
          <a:xfrm rot="7247596">
            <a:off x="-862266" y="3756919"/>
            <a:ext cx="2012416" cy="2211751"/>
            <a:chOff x="5348750" y="2347100"/>
            <a:chExt cx="1108500" cy="1218300"/>
          </a:xfrm>
        </p:grpSpPr>
        <p:sp>
          <p:nvSpPr>
            <p:cNvPr id="1385" name="Google Shape;1385;p23"/>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3"/>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3"/>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3"/>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3"/>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3"/>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3"/>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3"/>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3"/>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3"/>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3"/>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3"/>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3"/>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3"/>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3"/>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23"/>
          <p:cNvGrpSpPr/>
          <p:nvPr/>
        </p:nvGrpSpPr>
        <p:grpSpPr>
          <a:xfrm>
            <a:off x="1161982" y="4344119"/>
            <a:ext cx="1253407" cy="1311078"/>
            <a:chOff x="4385625" y="4289775"/>
            <a:chExt cx="983450" cy="1028700"/>
          </a:xfrm>
        </p:grpSpPr>
        <p:sp>
          <p:nvSpPr>
            <p:cNvPr id="1401" name="Google Shape;1401;p23"/>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3"/>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3"/>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3"/>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3"/>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3"/>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9">
    <p:spTree>
      <p:nvGrpSpPr>
        <p:cNvPr id="1407" name="Shape 1407"/>
        <p:cNvGrpSpPr/>
        <p:nvPr/>
      </p:nvGrpSpPr>
      <p:grpSpPr>
        <a:xfrm>
          <a:off x="0" y="0"/>
          <a:ext cx="0" cy="0"/>
          <a:chOff x="0" y="0"/>
          <a:chExt cx="0" cy="0"/>
        </a:xfrm>
      </p:grpSpPr>
      <p:sp>
        <p:nvSpPr>
          <p:cNvPr id="1408" name="Google Shape;1408;p24"/>
          <p:cNvSpPr txBox="1"/>
          <p:nvPr>
            <p:ph idx="1" type="subTitle"/>
          </p:nvPr>
        </p:nvSpPr>
        <p:spPr>
          <a:xfrm>
            <a:off x="6043289" y="1190700"/>
            <a:ext cx="20118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lvl1pPr>
            <a:lvl2pPr lvl="1" rtl="0">
              <a:lnSpc>
                <a:spcPct val="100000"/>
              </a:lnSpc>
              <a:spcBef>
                <a:spcPts val="0"/>
              </a:spcBef>
              <a:spcAft>
                <a:spcPts val="0"/>
              </a:spcAft>
              <a:buNone/>
              <a:defRPr b="1" sz="2000"/>
            </a:lvl2pPr>
            <a:lvl3pPr lvl="2" rtl="0">
              <a:lnSpc>
                <a:spcPct val="100000"/>
              </a:lnSpc>
              <a:spcBef>
                <a:spcPts val="0"/>
              </a:spcBef>
              <a:spcAft>
                <a:spcPts val="0"/>
              </a:spcAft>
              <a:buNone/>
              <a:defRPr b="1" sz="2000"/>
            </a:lvl3pPr>
            <a:lvl4pPr lvl="3" rtl="0">
              <a:lnSpc>
                <a:spcPct val="100000"/>
              </a:lnSpc>
              <a:spcBef>
                <a:spcPts val="0"/>
              </a:spcBef>
              <a:spcAft>
                <a:spcPts val="0"/>
              </a:spcAft>
              <a:buNone/>
              <a:defRPr b="1" sz="2000"/>
            </a:lvl4pPr>
            <a:lvl5pPr lvl="4" rtl="0">
              <a:lnSpc>
                <a:spcPct val="100000"/>
              </a:lnSpc>
              <a:spcBef>
                <a:spcPts val="0"/>
              </a:spcBef>
              <a:spcAft>
                <a:spcPts val="0"/>
              </a:spcAft>
              <a:buNone/>
              <a:defRPr b="1" sz="2000"/>
            </a:lvl5pPr>
            <a:lvl6pPr lvl="5" rtl="0">
              <a:lnSpc>
                <a:spcPct val="100000"/>
              </a:lnSpc>
              <a:spcBef>
                <a:spcPts val="0"/>
              </a:spcBef>
              <a:spcAft>
                <a:spcPts val="0"/>
              </a:spcAft>
              <a:buNone/>
              <a:defRPr b="1" sz="2000"/>
            </a:lvl6pPr>
            <a:lvl7pPr lvl="6" rtl="0">
              <a:lnSpc>
                <a:spcPct val="100000"/>
              </a:lnSpc>
              <a:spcBef>
                <a:spcPts val="0"/>
              </a:spcBef>
              <a:spcAft>
                <a:spcPts val="0"/>
              </a:spcAft>
              <a:buNone/>
              <a:defRPr b="1" sz="2000"/>
            </a:lvl7pPr>
            <a:lvl8pPr lvl="7" rtl="0">
              <a:lnSpc>
                <a:spcPct val="100000"/>
              </a:lnSpc>
              <a:spcBef>
                <a:spcPts val="0"/>
              </a:spcBef>
              <a:spcAft>
                <a:spcPts val="0"/>
              </a:spcAft>
              <a:buNone/>
              <a:defRPr b="1" sz="2000"/>
            </a:lvl8pPr>
            <a:lvl9pPr lvl="8" rtl="0">
              <a:lnSpc>
                <a:spcPct val="100000"/>
              </a:lnSpc>
              <a:spcBef>
                <a:spcPts val="0"/>
              </a:spcBef>
              <a:spcAft>
                <a:spcPts val="0"/>
              </a:spcAft>
              <a:buNone/>
              <a:defRPr b="1" sz="2000"/>
            </a:lvl9pPr>
          </a:lstStyle>
          <a:p/>
        </p:txBody>
      </p:sp>
      <p:sp>
        <p:nvSpPr>
          <p:cNvPr id="1409" name="Google Shape;1409;p24"/>
          <p:cNvSpPr txBox="1"/>
          <p:nvPr>
            <p:ph idx="2" type="subTitle"/>
          </p:nvPr>
        </p:nvSpPr>
        <p:spPr>
          <a:xfrm>
            <a:off x="6043299" y="1605900"/>
            <a:ext cx="17478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1410" name="Google Shape;1410;p24"/>
          <p:cNvSpPr txBox="1"/>
          <p:nvPr>
            <p:ph idx="3" type="subTitle"/>
          </p:nvPr>
        </p:nvSpPr>
        <p:spPr>
          <a:xfrm>
            <a:off x="6043289" y="2409900"/>
            <a:ext cx="20118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lvl1pPr>
            <a:lvl2pPr lvl="1" rtl="0">
              <a:lnSpc>
                <a:spcPct val="100000"/>
              </a:lnSpc>
              <a:spcBef>
                <a:spcPts val="0"/>
              </a:spcBef>
              <a:spcAft>
                <a:spcPts val="0"/>
              </a:spcAft>
              <a:buNone/>
              <a:defRPr b="1" sz="2000"/>
            </a:lvl2pPr>
            <a:lvl3pPr lvl="2" rtl="0">
              <a:lnSpc>
                <a:spcPct val="100000"/>
              </a:lnSpc>
              <a:spcBef>
                <a:spcPts val="0"/>
              </a:spcBef>
              <a:spcAft>
                <a:spcPts val="0"/>
              </a:spcAft>
              <a:buNone/>
              <a:defRPr b="1" sz="2000"/>
            </a:lvl3pPr>
            <a:lvl4pPr lvl="3" rtl="0">
              <a:lnSpc>
                <a:spcPct val="100000"/>
              </a:lnSpc>
              <a:spcBef>
                <a:spcPts val="0"/>
              </a:spcBef>
              <a:spcAft>
                <a:spcPts val="0"/>
              </a:spcAft>
              <a:buNone/>
              <a:defRPr b="1" sz="2000"/>
            </a:lvl4pPr>
            <a:lvl5pPr lvl="4" rtl="0">
              <a:lnSpc>
                <a:spcPct val="100000"/>
              </a:lnSpc>
              <a:spcBef>
                <a:spcPts val="0"/>
              </a:spcBef>
              <a:spcAft>
                <a:spcPts val="0"/>
              </a:spcAft>
              <a:buNone/>
              <a:defRPr b="1" sz="2000"/>
            </a:lvl5pPr>
            <a:lvl6pPr lvl="5" rtl="0">
              <a:lnSpc>
                <a:spcPct val="100000"/>
              </a:lnSpc>
              <a:spcBef>
                <a:spcPts val="0"/>
              </a:spcBef>
              <a:spcAft>
                <a:spcPts val="0"/>
              </a:spcAft>
              <a:buNone/>
              <a:defRPr b="1" sz="2000"/>
            </a:lvl6pPr>
            <a:lvl7pPr lvl="6" rtl="0">
              <a:lnSpc>
                <a:spcPct val="100000"/>
              </a:lnSpc>
              <a:spcBef>
                <a:spcPts val="0"/>
              </a:spcBef>
              <a:spcAft>
                <a:spcPts val="0"/>
              </a:spcAft>
              <a:buNone/>
              <a:defRPr b="1" sz="2000"/>
            </a:lvl7pPr>
            <a:lvl8pPr lvl="7" rtl="0">
              <a:lnSpc>
                <a:spcPct val="100000"/>
              </a:lnSpc>
              <a:spcBef>
                <a:spcPts val="0"/>
              </a:spcBef>
              <a:spcAft>
                <a:spcPts val="0"/>
              </a:spcAft>
              <a:buNone/>
              <a:defRPr b="1" sz="2000"/>
            </a:lvl8pPr>
            <a:lvl9pPr lvl="8" rtl="0">
              <a:lnSpc>
                <a:spcPct val="100000"/>
              </a:lnSpc>
              <a:spcBef>
                <a:spcPts val="0"/>
              </a:spcBef>
              <a:spcAft>
                <a:spcPts val="0"/>
              </a:spcAft>
              <a:buNone/>
              <a:defRPr b="1" sz="2000"/>
            </a:lvl9pPr>
          </a:lstStyle>
          <a:p/>
        </p:txBody>
      </p:sp>
      <p:sp>
        <p:nvSpPr>
          <p:cNvPr id="1411" name="Google Shape;1411;p24"/>
          <p:cNvSpPr txBox="1"/>
          <p:nvPr>
            <p:ph idx="4" type="subTitle"/>
          </p:nvPr>
        </p:nvSpPr>
        <p:spPr>
          <a:xfrm>
            <a:off x="6043289" y="2825100"/>
            <a:ext cx="20118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1412" name="Google Shape;1412;p24"/>
          <p:cNvSpPr txBox="1"/>
          <p:nvPr>
            <p:ph idx="5" type="subTitle"/>
          </p:nvPr>
        </p:nvSpPr>
        <p:spPr>
          <a:xfrm>
            <a:off x="6043289" y="3629100"/>
            <a:ext cx="20118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2000"/>
            </a:lvl1pPr>
            <a:lvl2pPr lvl="1" rtl="0">
              <a:lnSpc>
                <a:spcPct val="100000"/>
              </a:lnSpc>
              <a:spcBef>
                <a:spcPts val="0"/>
              </a:spcBef>
              <a:spcAft>
                <a:spcPts val="0"/>
              </a:spcAft>
              <a:buNone/>
              <a:defRPr b="1" sz="2000"/>
            </a:lvl2pPr>
            <a:lvl3pPr lvl="2" rtl="0">
              <a:lnSpc>
                <a:spcPct val="100000"/>
              </a:lnSpc>
              <a:spcBef>
                <a:spcPts val="0"/>
              </a:spcBef>
              <a:spcAft>
                <a:spcPts val="0"/>
              </a:spcAft>
              <a:buNone/>
              <a:defRPr b="1" sz="2000"/>
            </a:lvl3pPr>
            <a:lvl4pPr lvl="3" rtl="0">
              <a:lnSpc>
                <a:spcPct val="100000"/>
              </a:lnSpc>
              <a:spcBef>
                <a:spcPts val="0"/>
              </a:spcBef>
              <a:spcAft>
                <a:spcPts val="0"/>
              </a:spcAft>
              <a:buNone/>
              <a:defRPr b="1" sz="2000"/>
            </a:lvl4pPr>
            <a:lvl5pPr lvl="4" rtl="0">
              <a:lnSpc>
                <a:spcPct val="100000"/>
              </a:lnSpc>
              <a:spcBef>
                <a:spcPts val="0"/>
              </a:spcBef>
              <a:spcAft>
                <a:spcPts val="0"/>
              </a:spcAft>
              <a:buNone/>
              <a:defRPr b="1" sz="2000"/>
            </a:lvl5pPr>
            <a:lvl6pPr lvl="5" rtl="0">
              <a:lnSpc>
                <a:spcPct val="100000"/>
              </a:lnSpc>
              <a:spcBef>
                <a:spcPts val="0"/>
              </a:spcBef>
              <a:spcAft>
                <a:spcPts val="0"/>
              </a:spcAft>
              <a:buNone/>
              <a:defRPr b="1" sz="2000"/>
            </a:lvl6pPr>
            <a:lvl7pPr lvl="6" rtl="0">
              <a:lnSpc>
                <a:spcPct val="100000"/>
              </a:lnSpc>
              <a:spcBef>
                <a:spcPts val="0"/>
              </a:spcBef>
              <a:spcAft>
                <a:spcPts val="0"/>
              </a:spcAft>
              <a:buNone/>
              <a:defRPr b="1" sz="2000"/>
            </a:lvl7pPr>
            <a:lvl8pPr lvl="7" rtl="0">
              <a:lnSpc>
                <a:spcPct val="100000"/>
              </a:lnSpc>
              <a:spcBef>
                <a:spcPts val="0"/>
              </a:spcBef>
              <a:spcAft>
                <a:spcPts val="0"/>
              </a:spcAft>
              <a:buNone/>
              <a:defRPr b="1" sz="2000"/>
            </a:lvl8pPr>
            <a:lvl9pPr lvl="8" rtl="0">
              <a:lnSpc>
                <a:spcPct val="100000"/>
              </a:lnSpc>
              <a:spcBef>
                <a:spcPts val="0"/>
              </a:spcBef>
              <a:spcAft>
                <a:spcPts val="0"/>
              </a:spcAft>
              <a:buNone/>
              <a:defRPr b="1" sz="2000"/>
            </a:lvl9pPr>
          </a:lstStyle>
          <a:p/>
        </p:txBody>
      </p:sp>
      <p:sp>
        <p:nvSpPr>
          <p:cNvPr id="1413" name="Google Shape;1413;p24"/>
          <p:cNvSpPr txBox="1"/>
          <p:nvPr>
            <p:ph idx="6" type="subTitle"/>
          </p:nvPr>
        </p:nvSpPr>
        <p:spPr>
          <a:xfrm>
            <a:off x="6043289" y="4044300"/>
            <a:ext cx="2011800" cy="36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1414" name="Google Shape;1414;p24"/>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grpSp>
        <p:nvGrpSpPr>
          <p:cNvPr id="1415" name="Google Shape;1415;p24"/>
          <p:cNvGrpSpPr/>
          <p:nvPr/>
        </p:nvGrpSpPr>
        <p:grpSpPr>
          <a:xfrm rot="-3181893">
            <a:off x="7606638" y="-1263115"/>
            <a:ext cx="2289345" cy="3059952"/>
            <a:chOff x="2215325" y="2417050"/>
            <a:chExt cx="2289250" cy="3059825"/>
          </a:xfrm>
        </p:grpSpPr>
        <p:sp>
          <p:nvSpPr>
            <p:cNvPr id="1416" name="Google Shape;1416;p24"/>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4"/>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4"/>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4"/>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4"/>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4"/>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4"/>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4"/>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4"/>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4"/>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4"/>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4"/>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4"/>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4"/>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4"/>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4"/>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4"/>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4"/>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4"/>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4"/>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4"/>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4"/>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4"/>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4"/>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4"/>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4"/>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4"/>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4"/>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4"/>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4"/>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4"/>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4"/>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8" name="Google Shape;1448;p24"/>
          <p:cNvGrpSpPr/>
          <p:nvPr/>
        </p:nvGrpSpPr>
        <p:grpSpPr>
          <a:xfrm>
            <a:off x="51025" y="139838"/>
            <a:ext cx="892900" cy="888725"/>
            <a:chOff x="3655725" y="3261075"/>
            <a:chExt cx="892900" cy="888725"/>
          </a:xfrm>
        </p:grpSpPr>
        <p:sp>
          <p:nvSpPr>
            <p:cNvPr id="1449" name="Google Shape;1449;p24"/>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4"/>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4"/>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4"/>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4"/>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4"/>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5" name="Google Shape;1455;p24"/>
          <p:cNvGrpSpPr/>
          <p:nvPr/>
        </p:nvGrpSpPr>
        <p:grpSpPr>
          <a:xfrm>
            <a:off x="-328609" y="4227491"/>
            <a:ext cx="1198512" cy="1244001"/>
            <a:chOff x="238125" y="3112025"/>
            <a:chExt cx="716000" cy="743175"/>
          </a:xfrm>
        </p:grpSpPr>
        <p:sp>
          <p:nvSpPr>
            <p:cNvPr id="1456" name="Google Shape;1456;p24"/>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4"/>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4"/>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
    <p:spTree>
      <p:nvGrpSpPr>
        <p:cNvPr id="1459" name="Shape 1459"/>
        <p:cNvGrpSpPr/>
        <p:nvPr/>
      </p:nvGrpSpPr>
      <p:grpSpPr>
        <a:xfrm>
          <a:off x="0" y="0"/>
          <a:ext cx="0" cy="0"/>
          <a:chOff x="0" y="0"/>
          <a:chExt cx="0" cy="0"/>
        </a:xfrm>
      </p:grpSpPr>
      <p:sp>
        <p:nvSpPr>
          <p:cNvPr id="1460" name="Google Shape;1460;p25"/>
          <p:cNvSpPr txBox="1"/>
          <p:nvPr>
            <p:ph idx="1" type="subTitle"/>
          </p:nvPr>
        </p:nvSpPr>
        <p:spPr>
          <a:xfrm>
            <a:off x="5894554" y="2905200"/>
            <a:ext cx="1435500" cy="22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461" name="Google Shape;1461;p25"/>
          <p:cNvSpPr txBox="1"/>
          <p:nvPr>
            <p:ph idx="2" type="subTitle"/>
          </p:nvPr>
        </p:nvSpPr>
        <p:spPr>
          <a:xfrm>
            <a:off x="5894554" y="3228900"/>
            <a:ext cx="16917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462" name="Google Shape;1462;p25"/>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sp>
        <p:nvSpPr>
          <p:cNvPr id="1463" name="Google Shape;1463;p25"/>
          <p:cNvSpPr txBox="1"/>
          <p:nvPr>
            <p:ph idx="3" type="subTitle"/>
          </p:nvPr>
        </p:nvSpPr>
        <p:spPr>
          <a:xfrm>
            <a:off x="5894554" y="1457400"/>
            <a:ext cx="1435500" cy="22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464" name="Google Shape;1464;p25"/>
          <p:cNvSpPr txBox="1"/>
          <p:nvPr>
            <p:ph idx="4" type="subTitle"/>
          </p:nvPr>
        </p:nvSpPr>
        <p:spPr>
          <a:xfrm>
            <a:off x="5894554" y="1781100"/>
            <a:ext cx="16917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465" name="Google Shape;1465;p25"/>
          <p:cNvSpPr txBox="1"/>
          <p:nvPr>
            <p:ph idx="5" type="subTitle"/>
          </p:nvPr>
        </p:nvSpPr>
        <p:spPr>
          <a:xfrm>
            <a:off x="1813946" y="1457400"/>
            <a:ext cx="1435500" cy="22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466" name="Google Shape;1466;p25"/>
          <p:cNvSpPr txBox="1"/>
          <p:nvPr>
            <p:ph idx="6" type="subTitle"/>
          </p:nvPr>
        </p:nvSpPr>
        <p:spPr>
          <a:xfrm>
            <a:off x="1557746" y="1781100"/>
            <a:ext cx="1691700" cy="457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467" name="Google Shape;1467;p25"/>
          <p:cNvSpPr txBox="1"/>
          <p:nvPr>
            <p:ph idx="7" type="subTitle"/>
          </p:nvPr>
        </p:nvSpPr>
        <p:spPr>
          <a:xfrm>
            <a:off x="1813946" y="2905200"/>
            <a:ext cx="1435500" cy="224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468" name="Google Shape;1468;p25"/>
          <p:cNvSpPr txBox="1"/>
          <p:nvPr>
            <p:ph idx="8" type="subTitle"/>
          </p:nvPr>
        </p:nvSpPr>
        <p:spPr>
          <a:xfrm>
            <a:off x="1557746" y="3228900"/>
            <a:ext cx="1691700" cy="457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469" name="Google Shape;1469;p25"/>
          <p:cNvSpPr/>
          <p:nvPr/>
        </p:nvSpPr>
        <p:spPr>
          <a:xfrm rot="-1852365">
            <a:off x="8147734" y="4259300"/>
            <a:ext cx="1198519" cy="1036401"/>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5"/>
          <p:cNvSpPr/>
          <p:nvPr/>
        </p:nvSpPr>
        <p:spPr>
          <a:xfrm rot="-1853654">
            <a:off x="8833408" y="4805923"/>
            <a:ext cx="296813" cy="256579"/>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1" name="Google Shape;1471;p25"/>
          <p:cNvGrpSpPr/>
          <p:nvPr/>
        </p:nvGrpSpPr>
        <p:grpSpPr>
          <a:xfrm rot="-2700000">
            <a:off x="8444368" y="3232641"/>
            <a:ext cx="481295" cy="473620"/>
            <a:chOff x="1433950" y="3130850"/>
            <a:chExt cx="481300" cy="473625"/>
          </a:xfrm>
        </p:grpSpPr>
        <p:sp>
          <p:nvSpPr>
            <p:cNvPr id="1472" name="Google Shape;1472;p25"/>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5"/>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5"/>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5"/>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5"/>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5"/>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8" name="Google Shape;1478;p25"/>
          <p:cNvGrpSpPr/>
          <p:nvPr/>
        </p:nvGrpSpPr>
        <p:grpSpPr>
          <a:xfrm flipH="1" rot="3076494">
            <a:off x="8125215" y="3986395"/>
            <a:ext cx="1253395" cy="1311066"/>
            <a:chOff x="4385625" y="4289775"/>
            <a:chExt cx="983450" cy="1028700"/>
          </a:xfrm>
        </p:grpSpPr>
        <p:sp>
          <p:nvSpPr>
            <p:cNvPr id="1479" name="Google Shape;1479;p25"/>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5"/>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5"/>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5"/>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5"/>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5"/>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5" name="Google Shape;1485;p25"/>
          <p:cNvGrpSpPr/>
          <p:nvPr/>
        </p:nvGrpSpPr>
        <p:grpSpPr>
          <a:xfrm rot="-2194524">
            <a:off x="-139849" y="3464803"/>
            <a:ext cx="2289326" cy="3059927"/>
            <a:chOff x="2215325" y="2417050"/>
            <a:chExt cx="2289250" cy="3059825"/>
          </a:xfrm>
        </p:grpSpPr>
        <p:sp>
          <p:nvSpPr>
            <p:cNvPr id="1486" name="Google Shape;1486;p25"/>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5"/>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5"/>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5"/>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5"/>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5"/>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5"/>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5"/>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5"/>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5"/>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5"/>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5"/>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5"/>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5"/>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5"/>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5"/>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5"/>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5"/>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5"/>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5"/>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5"/>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5"/>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5"/>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5"/>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5"/>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5"/>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5"/>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5"/>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5"/>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5"/>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5"/>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5"/>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25"/>
          <p:cNvGrpSpPr/>
          <p:nvPr/>
        </p:nvGrpSpPr>
        <p:grpSpPr>
          <a:xfrm flipH="1" rot="3076494">
            <a:off x="-303535" y="-214130"/>
            <a:ext cx="1253395" cy="1311066"/>
            <a:chOff x="4385625" y="4289775"/>
            <a:chExt cx="983450" cy="1028700"/>
          </a:xfrm>
        </p:grpSpPr>
        <p:sp>
          <p:nvSpPr>
            <p:cNvPr id="1519" name="Google Shape;1519;p25"/>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5"/>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5"/>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5"/>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5"/>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5"/>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5" name="Google Shape;1525;p25"/>
          <p:cNvSpPr/>
          <p:nvPr/>
        </p:nvSpPr>
        <p:spPr>
          <a:xfrm rot="1266272">
            <a:off x="385985" y="1543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14">
    <p:spTree>
      <p:nvGrpSpPr>
        <p:cNvPr id="1526" name="Shape 1526"/>
        <p:cNvGrpSpPr/>
        <p:nvPr/>
      </p:nvGrpSpPr>
      <p:grpSpPr>
        <a:xfrm>
          <a:off x="0" y="0"/>
          <a:ext cx="0" cy="0"/>
          <a:chOff x="0" y="0"/>
          <a:chExt cx="0" cy="0"/>
        </a:xfrm>
      </p:grpSpPr>
      <p:sp>
        <p:nvSpPr>
          <p:cNvPr id="1527" name="Google Shape;1527;p26"/>
          <p:cNvSpPr txBox="1"/>
          <p:nvPr>
            <p:ph idx="1" type="subTitle"/>
          </p:nvPr>
        </p:nvSpPr>
        <p:spPr>
          <a:xfrm>
            <a:off x="1662685" y="2019970"/>
            <a:ext cx="2541900" cy="22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28" name="Google Shape;1528;p26"/>
          <p:cNvSpPr txBox="1"/>
          <p:nvPr>
            <p:ph idx="2" type="subTitle"/>
          </p:nvPr>
        </p:nvSpPr>
        <p:spPr>
          <a:xfrm>
            <a:off x="1662687" y="2340832"/>
            <a:ext cx="25401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29" name="Google Shape;1529;p26"/>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Font typeface="Dosis"/>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grpSp>
        <p:nvGrpSpPr>
          <p:cNvPr id="1530" name="Google Shape;1530;p26"/>
          <p:cNvGrpSpPr/>
          <p:nvPr/>
        </p:nvGrpSpPr>
        <p:grpSpPr>
          <a:xfrm flipH="1">
            <a:off x="8560492" y="240775"/>
            <a:ext cx="481300" cy="473625"/>
            <a:chOff x="1433950" y="3130850"/>
            <a:chExt cx="481300" cy="473625"/>
          </a:xfrm>
        </p:grpSpPr>
        <p:sp>
          <p:nvSpPr>
            <p:cNvPr id="1531" name="Google Shape;1531;p2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26"/>
          <p:cNvGrpSpPr/>
          <p:nvPr/>
        </p:nvGrpSpPr>
        <p:grpSpPr>
          <a:xfrm flipH="1" rot="3076494">
            <a:off x="8521890" y="3138670"/>
            <a:ext cx="1253395" cy="1311066"/>
            <a:chOff x="4385625" y="4289775"/>
            <a:chExt cx="983450" cy="1028700"/>
          </a:xfrm>
        </p:grpSpPr>
        <p:sp>
          <p:nvSpPr>
            <p:cNvPr id="1538" name="Google Shape;1538;p26"/>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6"/>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6"/>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6"/>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6"/>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6"/>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4" name="Google Shape;1544;p26"/>
          <p:cNvSpPr/>
          <p:nvPr/>
        </p:nvSpPr>
        <p:spPr>
          <a:xfrm rot="1266272">
            <a:off x="9211410" y="35071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6"/>
          <p:cNvSpPr/>
          <p:nvPr/>
        </p:nvSpPr>
        <p:spPr>
          <a:xfrm flipH="1" rot="1852365">
            <a:off x="-216136" y="4211675"/>
            <a:ext cx="1198519" cy="1036401"/>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6" name="Google Shape;1546;p26"/>
          <p:cNvGrpSpPr/>
          <p:nvPr/>
        </p:nvGrpSpPr>
        <p:grpSpPr>
          <a:xfrm rot="2085203">
            <a:off x="-161183" y="130"/>
            <a:ext cx="1198514" cy="1244002"/>
            <a:chOff x="238125" y="3112025"/>
            <a:chExt cx="716000" cy="743175"/>
          </a:xfrm>
        </p:grpSpPr>
        <p:sp>
          <p:nvSpPr>
            <p:cNvPr id="1547" name="Google Shape;1547;p26"/>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6"/>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6"/>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0" name="Google Shape;1550;p26"/>
          <p:cNvGrpSpPr/>
          <p:nvPr/>
        </p:nvGrpSpPr>
        <p:grpSpPr>
          <a:xfrm flipH="1" rot="2700000">
            <a:off x="128254" y="2880216"/>
            <a:ext cx="481295" cy="473620"/>
            <a:chOff x="1433950" y="3130850"/>
            <a:chExt cx="481300" cy="473625"/>
          </a:xfrm>
        </p:grpSpPr>
        <p:sp>
          <p:nvSpPr>
            <p:cNvPr id="1551" name="Google Shape;1551;p26"/>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6"/>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6"/>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6"/>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6"/>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6"/>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7" name="Google Shape;1557;p26"/>
          <p:cNvGrpSpPr/>
          <p:nvPr/>
        </p:nvGrpSpPr>
        <p:grpSpPr>
          <a:xfrm rot="-3076494">
            <a:off x="-248493" y="3938770"/>
            <a:ext cx="1253395" cy="1311066"/>
            <a:chOff x="4385625" y="4289775"/>
            <a:chExt cx="983450" cy="1028700"/>
          </a:xfrm>
        </p:grpSpPr>
        <p:sp>
          <p:nvSpPr>
            <p:cNvPr id="1558" name="Google Shape;1558;p26"/>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6"/>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6"/>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6"/>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6"/>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6"/>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4" name="Google Shape;1564;p26"/>
          <p:cNvSpPr txBox="1"/>
          <p:nvPr>
            <p:ph idx="3" type="subTitle"/>
          </p:nvPr>
        </p:nvSpPr>
        <p:spPr>
          <a:xfrm>
            <a:off x="1662685" y="3018974"/>
            <a:ext cx="2541900" cy="22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65" name="Google Shape;1565;p26"/>
          <p:cNvSpPr txBox="1"/>
          <p:nvPr>
            <p:ph idx="4" type="subTitle"/>
          </p:nvPr>
        </p:nvSpPr>
        <p:spPr>
          <a:xfrm>
            <a:off x="5209710" y="2036062"/>
            <a:ext cx="2541900" cy="22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66" name="Google Shape;1566;p26"/>
          <p:cNvSpPr txBox="1"/>
          <p:nvPr>
            <p:ph idx="5" type="subTitle"/>
          </p:nvPr>
        </p:nvSpPr>
        <p:spPr>
          <a:xfrm>
            <a:off x="5209712" y="2356925"/>
            <a:ext cx="25401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67" name="Google Shape;1567;p26"/>
          <p:cNvSpPr txBox="1"/>
          <p:nvPr>
            <p:ph idx="6" type="subTitle"/>
          </p:nvPr>
        </p:nvSpPr>
        <p:spPr>
          <a:xfrm>
            <a:off x="1662687" y="3339837"/>
            <a:ext cx="27333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68" name="Google Shape;1568;p26"/>
          <p:cNvSpPr txBox="1"/>
          <p:nvPr>
            <p:ph idx="7" type="subTitle"/>
          </p:nvPr>
        </p:nvSpPr>
        <p:spPr>
          <a:xfrm>
            <a:off x="5209710" y="3086054"/>
            <a:ext cx="2541900" cy="224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69" name="Google Shape;1569;p26"/>
          <p:cNvSpPr txBox="1"/>
          <p:nvPr>
            <p:ph idx="8" type="subTitle"/>
          </p:nvPr>
        </p:nvSpPr>
        <p:spPr>
          <a:xfrm>
            <a:off x="5209712" y="3406916"/>
            <a:ext cx="2926800" cy="18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
    <p:spTree>
      <p:nvGrpSpPr>
        <p:cNvPr id="1570" name="Shape 1570"/>
        <p:cNvGrpSpPr/>
        <p:nvPr/>
      </p:nvGrpSpPr>
      <p:grpSpPr>
        <a:xfrm>
          <a:off x="0" y="0"/>
          <a:ext cx="0" cy="0"/>
          <a:chOff x="0" y="0"/>
          <a:chExt cx="0" cy="0"/>
        </a:xfrm>
      </p:grpSpPr>
      <p:sp>
        <p:nvSpPr>
          <p:cNvPr id="1571" name="Google Shape;1571;p27"/>
          <p:cNvSpPr txBox="1"/>
          <p:nvPr>
            <p:ph idx="1" type="subTitle"/>
          </p:nvPr>
        </p:nvSpPr>
        <p:spPr>
          <a:xfrm>
            <a:off x="1268322" y="1878656"/>
            <a:ext cx="1463100" cy="228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72" name="Google Shape;1572;p27"/>
          <p:cNvSpPr txBox="1"/>
          <p:nvPr>
            <p:ph idx="2" type="subTitle"/>
          </p:nvPr>
        </p:nvSpPr>
        <p:spPr>
          <a:xfrm>
            <a:off x="1104222" y="2201915"/>
            <a:ext cx="17913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73" name="Google Shape;1573;p27"/>
          <p:cNvSpPr txBox="1"/>
          <p:nvPr>
            <p:ph idx="3" type="subTitle"/>
          </p:nvPr>
        </p:nvSpPr>
        <p:spPr>
          <a:xfrm>
            <a:off x="3840547" y="1878656"/>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74" name="Google Shape;1574;p27"/>
          <p:cNvSpPr txBox="1"/>
          <p:nvPr>
            <p:ph idx="4" type="subTitle"/>
          </p:nvPr>
        </p:nvSpPr>
        <p:spPr>
          <a:xfrm>
            <a:off x="3674797" y="2201915"/>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75" name="Google Shape;1575;p27"/>
          <p:cNvSpPr txBox="1"/>
          <p:nvPr>
            <p:ph idx="5" type="subTitle"/>
          </p:nvPr>
        </p:nvSpPr>
        <p:spPr>
          <a:xfrm>
            <a:off x="6412578" y="1878656"/>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76" name="Google Shape;1576;p27"/>
          <p:cNvSpPr txBox="1"/>
          <p:nvPr>
            <p:ph idx="6" type="subTitle"/>
          </p:nvPr>
        </p:nvSpPr>
        <p:spPr>
          <a:xfrm>
            <a:off x="6246828" y="2201915"/>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77" name="Google Shape;1577;p27"/>
          <p:cNvSpPr txBox="1"/>
          <p:nvPr>
            <p:ph idx="7" type="subTitle"/>
          </p:nvPr>
        </p:nvSpPr>
        <p:spPr>
          <a:xfrm>
            <a:off x="1268322" y="37217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78" name="Google Shape;1578;p27"/>
          <p:cNvSpPr txBox="1"/>
          <p:nvPr>
            <p:ph idx="8" type="subTitle"/>
          </p:nvPr>
        </p:nvSpPr>
        <p:spPr>
          <a:xfrm>
            <a:off x="1102572" y="404749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79" name="Google Shape;1579;p27"/>
          <p:cNvSpPr txBox="1"/>
          <p:nvPr>
            <p:ph idx="9" type="subTitle"/>
          </p:nvPr>
        </p:nvSpPr>
        <p:spPr>
          <a:xfrm>
            <a:off x="3840547" y="37217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80" name="Google Shape;1580;p27"/>
          <p:cNvSpPr txBox="1"/>
          <p:nvPr>
            <p:ph idx="13" type="subTitle"/>
          </p:nvPr>
        </p:nvSpPr>
        <p:spPr>
          <a:xfrm>
            <a:off x="3674797" y="404749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81" name="Google Shape;1581;p27"/>
          <p:cNvSpPr txBox="1"/>
          <p:nvPr>
            <p:ph idx="14" type="subTitle"/>
          </p:nvPr>
        </p:nvSpPr>
        <p:spPr>
          <a:xfrm>
            <a:off x="6412578" y="3721743"/>
            <a:ext cx="1463100" cy="22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Pacifico"/>
              <a:buNone/>
              <a:defRPr b="1" sz="2000"/>
            </a:lvl1pPr>
            <a:lvl2pPr lvl="1" rtl="0">
              <a:spcBef>
                <a:spcPts val="0"/>
              </a:spcBef>
              <a:spcAft>
                <a:spcPts val="0"/>
              </a:spcAft>
              <a:buSzPts val="1600"/>
              <a:buFont typeface="Pacifico"/>
              <a:buNone/>
              <a:defRPr>
                <a:latin typeface="Pacifico"/>
                <a:ea typeface="Pacifico"/>
                <a:cs typeface="Pacifico"/>
                <a:sym typeface="Pacifico"/>
              </a:defRPr>
            </a:lvl2pPr>
            <a:lvl3pPr lvl="2" rtl="0">
              <a:spcBef>
                <a:spcPts val="0"/>
              </a:spcBef>
              <a:spcAft>
                <a:spcPts val="0"/>
              </a:spcAft>
              <a:buSzPts val="1600"/>
              <a:buFont typeface="Pacifico"/>
              <a:buNone/>
              <a:defRPr>
                <a:latin typeface="Pacifico"/>
                <a:ea typeface="Pacifico"/>
                <a:cs typeface="Pacifico"/>
                <a:sym typeface="Pacifico"/>
              </a:defRPr>
            </a:lvl3pPr>
            <a:lvl4pPr lvl="3" rtl="0">
              <a:spcBef>
                <a:spcPts val="0"/>
              </a:spcBef>
              <a:spcAft>
                <a:spcPts val="0"/>
              </a:spcAft>
              <a:buSzPts val="1600"/>
              <a:buFont typeface="Pacifico"/>
              <a:buNone/>
              <a:defRPr>
                <a:latin typeface="Pacifico"/>
                <a:ea typeface="Pacifico"/>
                <a:cs typeface="Pacifico"/>
                <a:sym typeface="Pacifico"/>
              </a:defRPr>
            </a:lvl4pPr>
            <a:lvl5pPr lvl="4" rtl="0">
              <a:spcBef>
                <a:spcPts val="0"/>
              </a:spcBef>
              <a:spcAft>
                <a:spcPts val="0"/>
              </a:spcAft>
              <a:buSzPts val="1600"/>
              <a:buFont typeface="Pacifico"/>
              <a:buNone/>
              <a:defRPr>
                <a:latin typeface="Pacifico"/>
                <a:ea typeface="Pacifico"/>
                <a:cs typeface="Pacifico"/>
                <a:sym typeface="Pacifico"/>
              </a:defRPr>
            </a:lvl5pPr>
            <a:lvl6pPr lvl="5" rtl="0">
              <a:spcBef>
                <a:spcPts val="0"/>
              </a:spcBef>
              <a:spcAft>
                <a:spcPts val="0"/>
              </a:spcAft>
              <a:buSzPts val="1600"/>
              <a:buFont typeface="Pacifico"/>
              <a:buNone/>
              <a:defRPr>
                <a:latin typeface="Pacifico"/>
                <a:ea typeface="Pacifico"/>
                <a:cs typeface="Pacifico"/>
                <a:sym typeface="Pacifico"/>
              </a:defRPr>
            </a:lvl6pPr>
            <a:lvl7pPr lvl="6" rtl="0">
              <a:spcBef>
                <a:spcPts val="0"/>
              </a:spcBef>
              <a:spcAft>
                <a:spcPts val="0"/>
              </a:spcAft>
              <a:buSzPts val="1600"/>
              <a:buFont typeface="Pacifico"/>
              <a:buNone/>
              <a:defRPr>
                <a:latin typeface="Pacifico"/>
                <a:ea typeface="Pacifico"/>
                <a:cs typeface="Pacifico"/>
                <a:sym typeface="Pacifico"/>
              </a:defRPr>
            </a:lvl7pPr>
            <a:lvl8pPr lvl="7" rtl="0">
              <a:spcBef>
                <a:spcPts val="0"/>
              </a:spcBef>
              <a:spcAft>
                <a:spcPts val="0"/>
              </a:spcAft>
              <a:buSzPts val="1600"/>
              <a:buFont typeface="Pacifico"/>
              <a:buNone/>
              <a:defRPr>
                <a:latin typeface="Pacifico"/>
                <a:ea typeface="Pacifico"/>
                <a:cs typeface="Pacifico"/>
                <a:sym typeface="Pacifico"/>
              </a:defRPr>
            </a:lvl8pPr>
            <a:lvl9pPr lvl="8" rtl="0">
              <a:spcBef>
                <a:spcPts val="0"/>
              </a:spcBef>
              <a:spcAft>
                <a:spcPts val="0"/>
              </a:spcAft>
              <a:buSzPts val="1600"/>
              <a:buFont typeface="Pacifico"/>
              <a:buNone/>
              <a:defRPr>
                <a:latin typeface="Pacifico"/>
                <a:ea typeface="Pacifico"/>
                <a:cs typeface="Pacifico"/>
                <a:sym typeface="Pacifico"/>
              </a:defRPr>
            </a:lvl9pPr>
          </a:lstStyle>
          <a:p/>
        </p:txBody>
      </p:sp>
      <p:sp>
        <p:nvSpPr>
          <p:cNvPr id="1582" name="Google Shape;1582;p27"/>
          <p:cNvSpPr txBox="1"/>
          <p:nvPr>
            <p:ph idx="15" type="subTitle"/>
          </p:nvPr>
        </p:nvSpPr>
        <p:spPr>
          <a:xfrm>
            <a:off x="6246828" y="4047490"/>
            <a:ext cx="1794600" cy="40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583" name="Google Shape;1583;p27"/>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2800"/>
              <a:buNone/>
              <a:defRPr/>
            </a:lvl1pPr>
            <a:lvl2pPr lvl="1" rtl="0" algn="ctr">
              <a:spcBef>
                <a:spcPts val="0"/>
              </a:spcBef>
              <a:spcAft>
                <a:spcPts val="0"/>
              </a:spcAft>
              <a:buClr>
                <a:schemeClr val="dk1"/>
              </a:buClr>
              <a:buSzPts val="2800"/>
              <a:buNone/>
              <a:defRPr sz="2800">
                <a:solidFill>
                  <a:schemeClr val="dk1"/>
                </a:solidFill>
              </a:defRPr>
            </a:lvl2pPr>
            <a:lvl3pPr lvl="2" rtl="0" algn="ctr">
              <a:spcBef>
                <a:spcPts val="0"/>
              </a:spcBef>
              <a:spcAft>
                <a:spcPts val="0"/>
              </a:spcAft>
              <a:buClr>
                <a:schemeClr val="dk1"/>
              </a:buClr>
              <a:buSzPts val="2800"/>
              <a:buNone/>
              <a:defRPr sz="2800">
                <a:solidFill>
                  <a:schemeClr val="dk1"/>
                </a:solidFill>
              </a:defRPr>
            </a:lvl3pPr>
            <a:lvl4pPr lvl="3" rtl="0" algn="ctr">
              <a:spcBef>
                <a:spcPts val="0"/>
              </a:spcBef>
              <a:spcAft>
                <a:spcPts val="0"/>
              </a:spcAft>
              <a:buClr>
                <a:schemeClr val="dk1"/>
              </a:buClr>
              <a:buSzPts val="2800"/>
              <a:buNone/>
              <a:defRPr sz="2800">
                <a:solidFill>
                  <a:schemeClr val="dk1"/>
                </a:solidFill>
              </a:defRPr>
            </a:lvl4pPr>
            <a:lvl5pPr lvl="4" rtl="0" algn="ctr">
              <a:spcBef>
                <a:spcPts val="0"/>
              </a:spcBef>
              <a:spcAft>
                <a:spcPts val="0"/>
              </a:spcAft>
              <a:buClr>
                <a:schemeClr val="dk1"/>
              </a:buClr>
              <a:buSzPts val="2800"/>
              <a:buNone/>
              <a:defRPr sz="2800">
                <a:solidFill>
                  <a:schemeClr val="dk1"/>
                </a:solidFill>
              </a:defRPr>
            </a:lvl5pPr>
            <a:lvl6pPr lvl="5" rtl="0" algn="ctr">
              <a:spcBef>
                <a:spcPts val="0"/>
              </a:spcBef>
              <a:spcAft>
                <a:spcPts val="0"/>
              </a:spcAft>
              <a:buClr>
                <a:schemeClr val="dk1"/>
              </a:buClr>
              <a:buSzPts val="2800"/>
              <a:buNone/>
              <a:defRPr sz="2800">
                <a:solidFill>
                  <a:schemeClr val="dk1"/>
                </a:solidFill>
              </a:defRPr>
            </a:lvl6pPr>
            <a:lvl7pPr lvl="6" rtl="0" algn="ctr">
              <a:spcBef>
                <a:spcPts val="0"/>
              </a:spcBef>
              <a:spcAft>
                <a:spcPts val="0"/>
              </a:spcAft>
              <a:buClr>
                <a:schemeClr val="dk1"/>
              </a:buClr>
              <a:buSzPts val="2800"/>
              <a:buNone/>
              <a:defRPr sz="2800">
                <a:solidFill>
                  <a:schemeClr val="dk1"/>
                </a:solidFill>
              </a:defRPr>
            </a:lvl7pPr>
            <a:lvl8pPr lvl="7" rtl="0" algn="ctr">
              <a:spcBef>
                <a:spcPts val="0"/>
              </a:spcBef>
              <a:spcAft>
                <a:spcPts val="0"/>
              </a:spcAft>
              <a:buClr>
                <a:schemeClr val="dk1"/>
              </a:buClr>
              <a:buSzPts val="2800"/>
              <a:buNone/>
              <a:defRPr sz="2800">
                <a:solidFill>
                  <a:schemeClr val="dk1"/>
                </a:solidFill>
              </a:defRPr>
            </a:lvl8pPr>
            <a:lvl9pPr lvl="8" rtl="0" algn="ctr">
              <a:spcBef>
                <a:spcPts val="0"/>
              </a:spcBef>
              <a:spcAft>
                <a:spcPts val="0"/>
              </a:spcAft>
              <a:buClr>
                <a:schemeClr val="dk1"/>
              </a:buClr>
              <a:buSzPts val="2800"/>
              <a:buNone/>
              <a:defRPr sz="2800">
                <a:solidFill>
                  <a:schemeClr val="dk1"/>
                </a:solidFill>
              </a:defRPr>
            </a:lvl9pPr>
          </a:lstStyle>
          <a:p/>
        </p:txBody>
      </p:sp>
      <p:grpSp>
        <p:nvGrpSpPr>
          <p:cNvPr id="1584" name="Google Shape;1584;p27"/>
          <p:cNvGrpSpPr/>
          <p:nvPr/>
        </p:nvGrpSpPr>
        <p:grpSpPr>
          <a:xfrm rot="1566229">
            <a:off x="-882046" y="-1501046"/>
            <a:ext cx="2289255" cy="3059831"/>
            <a:chOff x="2215325" y="2417050"/>
            <a:chExt cx="2289250" cy="3059825"/>
          </a:xfrm>
        </p:grpSpPr>
        <p:sp>
          <p:nvSpPr>
            <p:cNvPr id="1585" name="Google Shape;1585;p27"/>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7"/>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7"/>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7"/>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7"/>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7"/>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7"/>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7"/>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7"/>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7"/>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7"/>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7"/>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7"/>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7"/>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7"/>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7"/>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7"/>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7"/>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7"/>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7"/>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7"/>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7"/>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7"/>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7"/>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7"/>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7"/>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7"/>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7"/>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7"/>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7"/>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7"/>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7"/>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7" name="Google Shape;1617;p27"/>
          <p:cNvGrpSpPr/>
          <p:nvPr/>
        </p:nvGrpSpPr>
        <p:grpSpPr>
          <a:xfrm>
            <a:off x="8425474" y="2792104"/>
            <a:ext cx="2289250" cy="3059825"/>
            <a:chOff x="2215325" y="2417050"/>
            <a:chExt cx="2289250" cy="3059825"/>
          </a:xfrm>
        </p:grpSpPr>
        <p:sp>
          <p:nvSpPr>
            <p:cNvPr id="1618" name="Google Shape;1618;p27"/>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7"/>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7"/>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7"/>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7"/>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7"/>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7"/>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7"/>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7"/>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7"/>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7"/>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7"/>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7"/>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7"/>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7"/>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7"/>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7"/>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7"/>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7"/>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7"/>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7"/>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7"/>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7"/>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7"/>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7"/>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7"/>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7"/>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7"/>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7"/>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7"/>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7"/>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7"/>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0" name="Google Shape;1650;p27"/>
          <p:cNvGrpSpPr/>
          <p:nvPr/>
        </p:nvGrpSpPr>
        <p:grpSpPr>
          <a:xfrm rot="-1320251">
            <a:off x="8318761" y="-471427"/>
            <a:ext cx="2012419" cy="2211755"/>
            <a:chOff x="5348750" y="2347100"/>
            <a:chExt cx="1108500" cy="1218300"/>
          </a:xfrm>
        </p:grpSpPr>
        <p:sp>
          <p:nvSpPr>
            <p:cNvPr id="1651" name="Google Shape;1651;p27"/>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7"/>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7"/>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7"/>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7"/>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7"/>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7"/>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7"/>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7"/>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7"/>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7"/>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7"/>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7"/>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7"/>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7"/>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6" name="Google Shape;1666;p27"/>
          <p:cNvGrpSpPr/>
          <p:nvPr/>
        </p:nvGrpSpPr>
        <p:grpSpPr>
          <a:xfrm>
            <a:off x="176450" y="4439275"/>
            <a:ext cx="378900" cy="472250"/>
            <a:chOff x="2459875" y="3181675"/>
            <a:chExt cx="378900" cy="472250"/>
          </a:xfrm>
        </p:grpSpPr>
        <p:sp>
          <p:nvSpPr>
            <p:cNvPr id="1667" name="Google Shape;1667;p27"/>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7"/>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7"/>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0" name="Google Shape;1670;p27"/>
          <p:cNvGrpSpPr/>
          <p:nvPr/>
        </p:nvGrpSpPr>
        <p:grpSpPr>
          <a:xfrm>
            <a:off x="7304750" y="155050"/>
            <a:ext cx="378900" cy="472250"/>
            <a:chOff x="2459875" y="3181675"/>
            <a:chExt cx="378900" cy="472250"/>
          </a:xfrm>
        </p:grpSpPr>
        <p:sp>
          <p:nvSpPr>
            <p:cNvPr id="1671" name="Google Shape;1671;p27"/>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7"/>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7"/>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4" name="Google Shape;1674;p27"/>
          <p:cNvSpPr/>
          <p:nvPr/>
        </p:nvSpPr>
        <p:spPr>
          <a:xfrm rot="-1005388">
            <a:off x="7660274" y="21662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5" name="Google Shape;1675;p27"/>
          <p:cNvGrpSpPr/>
          <p:nvPr/>
        </p:nvGrpSpPr>
        <p:grpSpPr>
          <a:xfrm>
            <a:off x="-540025" y="3651875"/>
            <a:ext cx="892900" cy="888725"/>
            <a:chOff x="3655725" y="3261075"/>
            <a:chExt cx="892900" cy="888725"/>
          </a:xfrm>
        </p:grpSpPr>
        <p:sp>
          <p:nvSpPr>
            <p:cNvPr id="1676" name="Google Shape;1676;p27"/>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7"/>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7"/>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7"/>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7"/>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7"/>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3_1">
    <p:spTree>
      <p:nvGrpSpPr>
        <p:cNvPr id="1682" name="Shape 1682"/>
        <p:cNvGrpSpPr/>
        <p:nvPr/>
      </p:nvGrpSpPr>
      <p:grpSpPr>
        <a:xfrm>
          <a:off x="0" y="0"/>
          <a:ext cx="0" cy="0"/>
          <a:chOff x="0" y="0"/>
          <a:chExt cx="0" cy="0"/>
        </a:xfrm>
      </p:grpSpPr>
      <p:sp>
        <p:nvSpPr>
          <p:cNvPr id="1683" name="Google Shape;1683;p28"/>
          <p:cNvSpPr txBox="1"/>
          <p:nvPr>
            <p:ph type="title"/>
          </p:nvPr>
        </p:nvSpPr>
        <p:spPr>
          <a:xfrm>
            <a:off x="3040350" y="1228354"/>
            <a:ext cx="3063300" cy="183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Font typeface="Arial"/>
              <a:buNone/>
              <a:defRPr b="0" sz="1600">
                <a:latin typeface="Lato"/>
                <a:ea typeface="Lato"/>
                <a:cs typeface="Lato"/>
                <a:sym typeface="Lato"/>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p:txBody>
      </p:sp>
      <p:sp>
        <p:nvSpPr>
          <p:cNvPr id="1684" name="Google Shape;1684;p28"/>
          <p:cNvSpPr txBox="1"/>
          <p:nvPr>
            <p:ph hasCustomPrompt="1" idx="2" type="title"/>
          </p:nvPr>
        </p:nvSpPr>
        <p:spPr>
          <a:xfrm>
            <a:off x="2766000" y="567161"/>
            <a:ext cx="3612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1685" name="Google Shape;1685;p28"/>
          <p:cNvSpPr txBox="1"/>
          <p:nvPr>
            <p:ph idx="1" type="subTitle"/>
          </p:nvPr>
        </p:nvSpPr>
        <p:spPr>
          <a:xfrm>
            <a:off x="2248050" y="4393339"/>
            <a:ext cx="46479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700"/>
            </a:lvl1pPr>
            <a:lvl2pPr lvl="1" rtl="0" algn="ctr">
              <a:spcBef>
                <a:spcPts val="0"/>
              </a:spcBef>
              <a:spcAft>
                <a:spcPts val="0"/>
              </a:spcAft>
              <a:buNone/>
              <a:defRPr sz="1700"/>
            </a:lvl2pPr>
            <a:lvl3pPr lvl="2" rtl="0" algn="ctr">
              <a:spcBef>
                <a:spcPts val="0"/>
              </a:spcBef>
              <a:spcAft>
                <a:spcPts val="0"/>
              </a:spcAft>
              <a:buNone/>
              <a:defRPr sz="1700"/>
            </a:lvl3pPr>
            <a:lvl4pPr lvl="3" rtl="0" algn="ctr">
              <a:spcBef>
                <a:spcPts val="0"/>
              </a:spcBef>
              <a:spcAft>
                <a:spcPts val="0"/>
              </a:spcAft>
              <a:buNone/>
              <a:defRPr sz="1700"/>
            </a:lvl4pPr>
            <a:lvl5pPr lvl="4" rtl="0" algn="ctr">
              <a:spcBef>
                <a:spcPts val="0"/>
              </a:spcBef>
              <a:spcAft>
                <a:spcPts val="0"/>
              </a:spcAft>
              <a:buNone/>
              <a:defRPr sz="1700"/>
            </a:lvl5pPr>
            <a:lvl6pPr lvl="5" rtl="0" algn="ctr">
              <a:spcBef>
                <a:spcPts val="0"/>
              </a:spcBef>
              <a:spcAft>
                <a:spcPts val="0"/>
              </a:spcAft>
              <a:buNone/>
              <a:defRPr sz="1700"/>
            </a:lvl6pPr>
            <a:lvl7pPr lvl="6" rtl="0" algn="ctr">
              <a:spcBef>
                <a:spcPts val="0"/>
              </a:spcBef>
              <a:spcAft>
                <a:spcPts val="0"/>
              </a:spcAft>
              <a:buNone/>
              <a:defRPr sz="1700"/>
            </a:lvl7pPr>
            <a:lvl8pPr lvl="7" rtl="0" algn="ctr">
              <a:spcBef>
                <a:spcPts val="0"/>
              </a:spcBef>
              <a:spcAft>
                <a:spcPts val="0"/>
              </a:spcAft>
              <a:buNone/>
              <a:defRPr sz="1700"/>
            </a:lvl8pPr>
            <a:lvl9pPr lvl="8" rtl="0" algn="ctr">
              <a:spcBef>
                <a:spcPts val="0"/>
              </a:spcBef>
              <a:spcAft>
                <a:spcPts val="0"/>
              </a:spcAft>
              <a:buNone/>
              <a:defRPr sz="1700"/>
            </a:lvl9pPr>
          </a:lstStyle>
          <a:p/>
        </p:txBody>
      </p:sp>
      <p:sp>
        <p:nvSpPr>
          <p:cNvPr id="1686" name="Google Shape;1686;p28"/>
          <p:cNvSpPr txBox="1"/>
          <p:nvPr>
            <p:ph hasCustomPrompt="1" idx="3" type="title"/>
          </p:nvPr>
        </p:nvSpPr>
        <p:spPr>
          <a:xfrm>
            <a:off x="2765250" y="3731644"/>
            <a:ext cx="36135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sp>
        <p:nvSpPr>
          <p:cNvPr id="1687" name="Google Shape;1687;p28"/>
          <p:cNvSpPr txBox="1"/>
          <p:nvPr>
            <p:ph idx="4" type="subTitle"/>
          </p:nvPr>
        </p:nvSpPr>
        <p:spPr>
          <a:xfrm>
            <a:off x="3040350" y="2814058"/>
            <a:ext cx="3063300" cy="18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700"/>
            </a:lvl1pPr>
            <a:lvl2pPr lvl="1" rtl="0" algn="ctr">
              <a:spcBef>
                <a:spcPts val="0"/>
              </a:spcBef>
              <a:spcAft>
                <a:spcPts val="0"/>
              </a:spcAft>
              <a:buNone/>
              <a:defRPr sz="1700"/>
            </a:lvl2pPr>
            <a:lvl3pPr lvl="2" rtl="0" algn="ctr">
              <a:spcBef>
                <a:spcPts val="0"/>
              </a:spcBef>
              <a:spcAft>
                <a:spcPts val="0"/>
              </a:spcAft>
              <a:buNone/>
              <a:defRPr sz="1700"/>
            </a:lvl3pPr>
            <a:lvl4pPr lvl="3" rtl="0" algn="ctr">
              <a:spcBef>
                <a:spcPts val="0"/>
              </a:spcBef>
              <a:spcAft>
                <a:spcPts val="0"/>
              </a:spcAft>
              <a:buNone/>
              <a:defRPr sz="1700"/>
            </a:lvl4pPr>
            <a:lvl5pPr lvl="4" rtl="0" algn="ctr">
              <a:spcBef>
                <a:spcPts val="0"/>
              </a:spcBef>
              <a:spcAft>
                <a:spcPts val="0"/>
              </a:spcAft>
              <a:buNone/>
              <a:defRPr sz="1700"/>
            </a:lvl5pPr>
            <a:lvl6pPr lvl="5" rtl="0" algn="ctr">
              <a:spcBef>
                <a:spcPts val="0"/>
              </a:spcBef>
              <a:spcAft>
                <a:spcPts val="0"/>
              </a:spcAft>
              <a:buNone/>
              <a:defRPr sz="1700"/>
            </a:lvl6pPr>
            <a:lvl7pPr lvl="6" rtl="0" algn="ctr">
              <a:spcBef>
                <a:spcPts val="0"/>
              </a:spcBef>
              <a:spcAft>
                <a:spcPts val="0"/>
              </a:spcAft>
              <a:buNone/>
              <a:defRPr sz="1700"/>
            </a:lvl7pPr>
            <a:lvl8pPr lvl="7" rtl="0" algn="ctr">
              <a:spcBef>
                <a:spcPts val="0"/>
              </a:spcBef>
              <a:spcAft>
                <a:spcPts val="0"/>
              </a:spcAft>
              <a:buNone/>
              <a:defRPr sz="1700"/>
            </a:lvl8pPr>
            <a:lvl9pPr lvl="8" rtl="0" algn="ctr">
              <a:spcBef>
                <a:spcPts val="0"/>
              </a:spcBef>
              <a:spcAft>
                <a:spcPts val="0"/>
              </a:spcAft>
              <a:buNone/>
              <a:defRPr sz="1700"/>
            </a:lvl9pPr>
          </a:lstStyle>
          <a:p/>
        </p:txBody>
      </p:sp>
      <p:sp>
        <p:nvSpPr>
          <p:cNvPr id="1688" name="Google Shape;1688;p28"/>
          <p:cNvSpPr txBox="1"/>
          <p:nvPr>
            <p:ph hasCustomPrompt="1" idx="5" type="title"/>
          </p:nvPr>
        </p:nvSpPr>
        <p:spPr>
          <a:xfrm>
            <a:off x="2766000" y="2147613"/>
            <a:ext cx="3612000" cy="4572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Arial"/>
              <a:buNone/>
              <a:defRPr sz="4500"/>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a:r>
              <a:t>xx%</a:t>
            </a:r>
          </a:p>
        </p:txBody>
      </p:sp>
      <p:grpSp>
        <p:nvGrpSpPr>
          <p:cNvPr id="1689" name="Google Shape;1689;p28"/>
          <p:cNvGrpSpPr/>
          <p:nvPr/>
        </p:nvGrpSpPr>
        <p:grpSpPr>
          <a:xfrm flipH="1" rot="3076494">
            <a:off x="-303535" y="-214130"/>
            <a:ext cx="1253395" cy="1311066"/>
            <a:chOff x="4385625" y="4289775"/>
            <a:chExt cx="983450" cy="1028700"/>
          </a:xfrm>
        </p:grpSpPr>
        <p:sp>
          <p:nvSpPr>
            <p:cNvPr id="1690" name="Google Shape;1690;p28"/>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8"/>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8"/>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8"/>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8"/>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8"/>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6" name="Google Shape;1696;p28"/>
          <p:cNvSpPr/>
          <p:nvPr/>
        </p:nvSpPr>
        <p:spPr>
          <a:xfrm rot="1266272">
            <a:off x="385985" y="1543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7" name="Google Shape;1697;p28"/>
          <p:cNvGrpSpPr/>
          <p:nvPr/>
        </p:nvGrpSpPr>
        <p:grpSpPr>
          <a:xfrm>
            <a:off x="1398450" y="105475"/>
            <a:ext cx="481300" cy="473625"/>
            <a:chOff x="1433950" y="3130850"/>
            <a:chExt cx="481300" cy="473625"/>
          </a:xfrm>
        </p:grpSpPr>
        <p:sp>
          <p:nvSpPr>
            <p:cNvPr id="1698" name="Google Shape;1698;p28"/>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8"/>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8"/>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8"/>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8"/>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8"/>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4" name="Google Shape;1704;p28"/>
          <p:cNvSpPr/>
          <p:nvPr/>
        </p:nvSpPr>
        <p:spPr>
          <a:xfrm rot="-1852365">
            <a:off x="7995334" y="4259300"/>
            <a:ext cx="1198519" cy="1036401"/>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8"/>
          <p:cNvSpPr/>
          <p:nvPr/>
        </p:nvSpPr>
        <p:spPr>
          <a:xfrm rot="-1853654">
            <a:off x="8681008" y="4805923"/>
            <a:ext cx="296813" cy="256579"/>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6" name="Google Shape;1706;p28"/>
          <p:cNvGrpSpPr/>
          <p:nvPr/>
        </p:nvGrpSpPr>
        <p:grpSpPr>
          <a:xfrm rot="-2700000">
            <a:off x="8368168" y="2927841"/>
            <a:ext cx="481295" cy="473620"/>
            <a:chOff x="1433950" y="3130850"/>
            <a:chExt cx="481300" cy="473625"/>
          </a:xfrm>
        </p:grpSpPr>
        <p:sp>
          <p:nvSpPr>
            <p:cNvPr id="1707" name="Google Shape;1707;p28"/>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8"/>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8"/>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8"/>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8"/>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8"/>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28"/>
          <p:cNvGrpSpPr/>
          <p:nvPr/>
        </p:nvGrpSpPr>
        <p:grpSpPr>
          <a:xfrm flipH="1" rot="3076494">
            <a:off x="7972815" y="3986395"/>
            <a:ext cx="1253395" cy="1311066"/>
            <a:chOff x="4385625" y="4289775"/>
            <a:chExt cx="983450" cy="1028700"/>
          </a:xfrm>
        </p:grpSpPr>
        <p:sp>
          <p:nvSpPr>
            <p:cNvPr id="1714" name="Google Shape;1714;p28"/>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8"/>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8"/>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8"/>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8"/>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8"/>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0" name="Google Shape;1720;p28"/>
          <p:cNvGrpSpPr/>
          <p:nvPr/>
        </p:nvGrpSpPr>
        <p:grpSpPr>
          <a:xfrm rot="-2170665">
            <a:off x="8092432" y="-1106812"/>
            <a:ext cx="2289280" cy="3059865"/>
            <a:chOff x="2215325" y="2417050"/>
            <a:chExt cx="2289250" cy="3059825"/>
          </a:xfrm>
        </p:grpSpPr>
        <p:sp>
          <p:nvSpPr>
            <p:cNvPr id="1721" name="Google Shape;1721;p28"/>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8"/>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8"/>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8"/>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8"/>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8"/>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8"/>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8"/>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8"/>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8"/>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8"/>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8"/>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8"/>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8"/>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8"/>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8"/>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8"/>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8"/>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8"/>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8"/>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8"/>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8"/>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8"/>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8"/>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8"/>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8"/>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8"/>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8"/>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8"/>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8"/>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8"/>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8"/>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3" name="Google Shape;1753;p28"/>
          <p:cNvGrpSpPr/>
          <p:nvPr/>
        </p:nvGrpSpPr>
        <p:grpSpPr>
          <a:xfrm>
            <a:off x="176450" y="4439275"/>
            <a:ext cx="378900" cy="472250"/>
            <a:chOff x="2459875" y="3181675"/>
            <a:chExt cx="378900" cy="472250"/>
          </a:xfrm>
        </p:grpSpPr>
        <p:sp>
          <p:nvSpPr>
            <p:cNvPr id="1754" name="Google Shape;1754;p28"/>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8"/>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8"/>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1757" name="Shape 1757"/>
        <p:cNvGrpSpPr/>
        <p:nvPr/>
      </p:nvGrpSpPr>
      <p:grpSpPr>
        <a:xfrm>
          <a:off x="0" y="0"/>
          <a:ext cx="0" cy="0"/>
          <a:chOff x="0" y="0"/>
          <a:chExt cx="0" cy="0"/>
        </a:xfrm>
      </p:grpSpPr>
      <p:sp>
        <p:nvSpPr>
          <p:cNvPr id="1758" name="Google Shape;1758;p29"/>
          <p:cNvSpPr txBox="1"/>
          <p:nvPr>
            <p:ph type="title"/>
          </p:nvPr>
        </p:nvSpPr>
        <p:spPr>
          <a:xfrm>
            <a:off x="713225" y="530352"/>
            <a:ext cx="7717500" cy="292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atin typeface="Comfortaa Medium"/>
                <a:ea typeface="Comfortaa Medium"/>
                <a:cs typeface="Comfortaa Medium"/>
                <a:sym typeface="Comfortaa Medium"/>
              </a:defRPr>
            </a:lvl2pPr>
            <a:lvl3pPr lvl="2">
              <a:spcBef>
                <a:spcPts val="0"/>
              </a:spcBef>
              <a:spcAft>
                <a:spcPts val="0"/>
              </a:spcAft>
              <a:buSzPts val="2800"/>
              <a:buNone/>
              <a:defRPr>
                <a:latin typeface="Comfortaa Medium"/>
                <a:ea typeface="Comfortaa Medium"/>
                <a:cs typeface="Comfortaa Medium"/>
                <a:sym typeface="Comfortaa Medium"/>
              </a:defRPr>
            </a:lvl3pPr>
            <a:lvl4pPr lvl="3">
              <a:spcBef>
                <a:spcPts val="0"/>
              </a:spcBef>
              <a:spcAft>
                <a:spcPts val="0"/>
              </a:spcAft>
              <a:buSzPts val="2800"/>
              <a:buNone/>
              <a:defRPr>
                <a:latin typeface="Comfortaa Medium"/>
                <a:ea typeface="Comfortaa Medium"/>
                <a:cs typeface="Comfortaa Medium"/>
                <a:sym typeface="Comfortaa Medium"/>
              </a:defRPr>
            </a:lvl4pPr>
            <a:lvl5pPr lvl="4">
              <a:spcBef>
                <a:spcPts val="0"/>
              </a:spcBef>
              <a:spcAft>
                <a:spcPts val="0"/>
              </a:spcAft>
              <a:buSzPts val="2800"/>
              <a:buNone/>
              <a:defRPr>
                <a:latin typeface="Comfortaa Medium"/>
                <a:ea typeface="Comfortaa Medium"/>
                <a:cs typeface="Comfortaa Medium"/>
                <a:sym typeface="Comfortaa Medium"/>
              </a:defRPr>
            </a:lvl5pPr>
            <a:lvl6pPr lvl="5">
              <a:spcBef>
                <a:spcPts val="0"/>
              </a:spcBef>
              <a:spcAft>
                <a:spcPts val="0"/>
              </a:spcAft>
              <a:buSzPts val="2800"/>
              <a:buNone/>
              <a:defRPr>
                <a:latin typeface="Comfortaa Medium"/>
                <a:ea typeface="Comfortaa Medium"/>
                <a:cs typeface="Comfortaa Medium"/>
                <a:sym typeface="Comfortaa Medium"/>
              </a:defRPr>
            </a:lvl6pPr>
            <a:lvl7pPr lvl="6">
              <a:spcBef>
                <a:spcPts val="0"/>
              </a:spcBef>
              <a:spcAft>
                <a:spcPts val="0"/>
              </a:spcAft>
              <a:buSzPts val="2800"/>
              <a:buNone/>
              <a:defRPr>
                <a:latin typeface="Comfortaa Medium"/>
                <a:ea typeface="Comfortaa Medium"/>
                <a:cs typeface="Comfortaa Medium"/>
                <a:sym typeface="Comfortaa Medium"/>
              </a:defRPr>
            </a:lvl7pPr>
            <a:lvl8pPr lvl="7">
              <a:spcBef>
                <a:spcPts val="0"/>
              </a:spcBef>
              <a:spcAft>
                <a:spcPts val="0"/>
              </a:spcAft>
              <a:buSzPts val="2800"/>
              <a:buNone/>
              <a:defRPr>
                <a:latin typeface="Comfortaa Medium"/>
                <a:ea typeface="Comfortaa Medium"/>
                <a:cs typeface="Comfortaa Medium"/>
                <a:sym typeface="Comfortaa Medium"/>
              </a:defRPr>
            </a:lvl8pPr>
            <a:lvl9pPr lvl="8">
              <a:spcBef>
                <a:spcPts val="0"/>
              </a:spcBef>
              <a:spcAft>
                <a:spcPts val="0"/>
              </a:spcAft>
              <a:buSzPts val="2800"/>
              <a:buNone/>
              <a:defRPr>
                <a:latin typeface="Comfortaa Medium"/>
                <a:ea typeface="Comfortaa Medium"/>
                <a:cs typeface="Comfortaa Medium"/>
                <a:sym typeface="Comfortaa Medium"/>
              </a:defRPr>
            </a:lvl9pPr>
          </a:lstStyle>
          <a:p/>
        </p:txBody>
      </p:sp>
      <p:grpSp>
        <p:nvGrpSpPr>
          <p:cNvPr id="1759" name="Google Shape;1759;p29"/>
          <p:cNvGrpSpPr/>
          <p:nvPr/>
        </p:nvGrpSpPr>
        <p:grpSpPr>
          <a:xfrm>
            <a:off x="369625" y="39225"/>
            <a:ext cx="378900" cy="472250"/>
            <a:chOff x="2459875" y="3181675"/>
            <a:chExt cx="378900" cy="472250"/>
          </a:xfrm>
        </p:grpSpPr>
        <p:sp>
          <p:nvSpPr>
            <p:cNvPr id="1760" name="Google Shape;1760;p29"/>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9"/>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9"/>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3" name="Google Shape;1763;p29"/>
          <p:cNvSpPr/>
          <p:nvPr/>
        </p:nvSpPr>
        <p:spPr>
          <a:xfrm rot="-1005388">
            <a:off x="121374" y="60107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4" name="Google Shape;1764;p29"/>
          <p:cNvGrpSpPr/>
          <p:nvPr/>
        </p:nvGrpSpPr>
        <p:grpSpPr>
          <a:xfrm rot="-2700000">
            <a:off x="8527743" y="4362616"/>
            <a:ext cx="481295" cy="473620"/>
            <a:chOff x="1433950" y="3130850"/>
            <a:chExt cx="481300" cy="473625"/>
          </a:xfrm>
        </p:grpSpPr>
        <p:sp>
          <p:nvSpPr>
            <p:cNvPr id="1765" name="Google Shape;1765;p29"/>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9"/>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9"/>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9"/>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9"/>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9"/>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1" name="Google Shape;1771;p29"/>
          <p:cNvGrpSpPr/>
          <p:nvPr/>
        </p:nvGrpSpPr>
        <p:grpSpPr>
          <a:xfrm rot="2085203">
            <a:off x="7940386" y="47755"/>
            <a:ext cx="1198514" cy="1244002"/>
            <a:chOff x="238125" y="3112025"/>
            <a:chExt cx="716000" cy="743175"/>
          </a:xfrm>
        </p:grpSpPr>
        <p:sp>
          <p:nvSpPr>
            <p:cNvPr id="1772" name="Google Shape;1772;p29"/>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9"/>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9"/>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5" name="Google Shape;1775;p29"/>
          <p:cNvSpPr/>
          <p:nvPr/>
        </p:nvSpPr>
        <p:spPr>
          <a:xfrm rot="-1005388">
            <a:off x="7431674" y="6422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6" name="Google Shape;1776;p29"/>
          <p:cNvGrpSpPr/>
          <p:nvPr/>
        </p:nvGrpSpPr>
        <p:grpSpPr>
          <a:xfrm>
            <a:off x="176450" y="4439275"/>
            <a:ext cx="378900" cy="472250"/>
            <a:chOff x="2459875" y="3181675"/>
            <a:chExt cx="378900" cy="472250"/>
          </a:xfrm>
        </p:grpSpPr>
        <p:sp>
          <p:nvSpPr>
            <p:cNvPr id="1777" name="Google Shape;1777;p29"/>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9"/>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9"/>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0" name="Google Shape;1780;p29"/>
          <p:cNvGrpSpPr/>
          <p:nvPr/>
        </p:nvGrpSpPr>
        <p:grpSpPr>
          <a:xfrm>
            <a:off x="-504893" y="3128194"/>
            <a:ext cx="1253407" cy="1311078"/>
            <a:chOff x="4385625" y="4289775"/>
            <a:chExt cx="983450" cy="1028700"/>
          </a:xfrm>
        </p:grpSpPr>
        <p:sp>
          <p:nvSpPr>
            <p:cNvPr id="1781" name="Google Shape;1781;p29"/>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9"/>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9"/>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9"/>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9"/>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9"/>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1787" name="Shape 1787"/>
        <p:cNvGrpSpPr/>
        <p:nvPr/>
      </p:nvGrpSpPr>
      <p:grpSpPr>
        <a:xfrm>
          <a:off x="0" y="0"/>
          <a:ext cx="0" cy="0"/>
          <a:chOff x="0" y="0"/>
          <a:chExt cx="0" cy="0"/>
        </a:xfrm>
      </p:grpSpPr>
      <p:sp>
        <p:nvSpPr>
          <p:cNvPr id="1788" name="Google Shape;1788;p30"/>
          <p:cNvSpPr txBox="1"/>
          <p:nvPr>
            <p:ph idx="1" type="subTitle"/>
          </p:nvPr>
        </p:nvSpPr>
        <p:spPr>
          <a:xfrm>
            <a:off x="2642550" y="1511269"/>
            <a:ext cx="3858900" cy="640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defRPr>
            </a:lvl1pPr>
            <a:lvl2pPr lvl="1" rtl="0" algn="ctr">
              <a:lnSpc>
                <a:spcPct val="100000"/>
              </a:lnSpc>
              <a:spcBef>
                <a:spcPts val="0"/>
              </a:spcBef>
              <a:spcAft>
                <a:spcPts val="0"/>
              </a:spcAft>
              <a:buNone/>
              <a:defRPr>
                <a:solidFill>
                  <a:schemeClr val="lt1"/>
                </a:solidFill>
              </a:defRPr>
            </a:lvl2pPr>
            <a:lvl3pPr lvl="2" rtl="0" algn="ctr">
              <a:lnSpc>
                <a:spcPct val="100000"/>
              </a:lnSpc>
              <a:spcBef>
                <a:spcPts val="0"/>
              </a:spcBef>
              <a:spcAft>
                <a:spcPts val="0"/>
              </a:spcAft>
              <a:buNone/>
              <a:defRPr>
                <a:solidFill>
                  <a:schemeClr val="lt1"/>
                </a:solidFill>
              </a:defRPr>
            </a:lvl3pPr>
            <a:lvl4pPr lvl="3" rtl="0" algn="ctr">
              <a:lnSpc>
                <a:spcPct val="100000"/>
              </a:lnSpc>
              <a:spcBef>
                <a:spcPts val="0"/>
              </a:spcBef>
              <a:spcAft>
                <a:spcPts val="0"/>
              </a:spcAft>
              <a:buNone/>
              <a:defRPr>
                <a:solidFill>
                  <a:schemeClr val="lt1"/>
                </a:solidFill>
              </a:defRPr>
            </a:lvl4pPr>
            <a:lvl5pPr lvl="4" rtl="0" algn="ctr">
              <a:lnSpc>
                <a:spcPct val="100000"/>
              </a:lnSpc>
              <a:spcBef>
                <a:spcPts val="0"/>
              </a:spcBef>
              <a:spcAft>
                <a:spcPts val="0"/>
              </a:spcAft>
              <a:buNone/>
              <a:defRPr>
                <a:solidFill>
                  <a:schemeClr val="lt1"/>
                </a:solidFill>
              </a:defRPr>
            </a:lvl5pPr>
            <a:lvl6pPr lvl="5" rtl="0" algn="ctr">
              <a:lnSpc>
                <a:spcPct val="100000"/>
              </a:lnSpc>
              <a:spcBef>
                <a:spcPts val="0"/>
              </a:spcBef>
              <a:spcAft>
                <a:spcPts val="0"/>
              </a:spcAft>
              <a:buNone/>
              <a:defRPr>
                <a:solidFill>
                  <a:schemeClr val="lt1"/>
                </a:solidFill>
              </a:defRPr>
            </a:lvl6pPr>
            <a:lvl7pPr lvl="6" rtl="0" algn="ctr">
              <a:lnSpc>
                <a:spcPct val="100000"/>
              </a:lnSpc>
              <a:spcBef>
                <a:spcPts val="0"/>
              </a:spcBef>
              <a:spcAft>
                <a:spcPts val="0"/>
              </a:spcAft>
              <a:buNone/>
              <a:defRPr>
                <a:solidFill>
                  <a:schemeClr val="lt1"/>
                </a:solidFill>
              </a:defRPr>
            </a:lvl7pPr>
            <a:lvl8pPr lvl="7" rtl="0" algn="ctr">
              <a:lnSpc>
                <a:spcPct val="100000"/>
              </a:lnSpc>
              <a:spcBef>
                <a:spcPts val="0"/>
              </a:spcBef>
              <a:spcAft>
                <a:spcPts val="0"/>
              </a:spcAft>
              <a:buNone/>
              <a:defRPr>
                <a:solidFill>
                  <a:schemeClr val="lt1"/>
                </a:solidFill>
              </a:defRPr>
            </a:lvl8pPr>
            <a:lvl9pPr lvl="8" rtl="0" algn="ctr">
              <a:lnSpc>
                <a:spcPct val="100000"/>
              </a:lnSpc>
              <a:spcBef>
                <a:spcPts val="0"/>
              </a:spcBef>
              <a:spcAft>
                <a:spcPts val="0"/>
              </a:spcAft>
              <a:buNone/>
              <a:defRPr>
                <a:solidFill>
                  <a:schemeClr val="lt1"/>
                </a:solidFill>
              </a:defRPr>
            </a:lvl9pPr>
          </a:lstStyle>
          <a:p/>
        </p:txBody>
      </p:sp>
      <p:sp>
        <p:nvSpPr>
          <p:cNvPr id="1789" name="Google Shape;1789;p30"/>
          <p:cNvSpPr txBox="1"/>
          <p:nvPr>
            <p:ph type="title"/>
          </p:nvPr>
        </p:nvSpPr>
        <p:spPr>
          <a:xfrm>
            <a:off x="2642550" y="558550"/>
            <a:ext cx="38589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500"/>
              <a:buFont typeface="Dosis"/>
              <a:buNone/>
              <a:defRPr sz="6500"/>
            </a:lvl1pPr>
            <a:lvl2pPr lvl="1" rtl="0" algn="ctr">
              <a:spcBef>
                <a:spcPts val="0"/>
              </a:spcBef>
              <a:spcAft>
                <a:spcPts val="0"/>
              </a:spcAft>
              <a:buClr>
                <a:schemeClr val="dk1"/>
              </a:buClr>
              <a:buSzPts val="6500"/>
              <a:buNone/>
              <a:defRPr sz="6500">
                <a:solidFill>
                  <a:schemeClr val="dk1"/>
                </a:solidFill>
              </a:defRPr>
            </a:lvl2pPr>
            <a:lvl3pPr lvl="2" rtl="0" algn="ctr">
              <a:spcBef>
                <a:spcPts val="0"/>
              </a:spcBef>
              <a:spcAft>
                <a:spcPts val="0"/>
              </a:spcAft>
              <a:buClr>
                <a:schemeClr val="dk1"/>
              </a:buClr>
              <a:buSzPts val="6500"/>
              <a:buNone/>
              <a:defRPr sz="6500">
                <a:solidFill>
                  <a:schemeClr val="dk1"/>
                </a:solidFill>
              </a:defRPr>
            </a:lvl3pPr>
            <a:lvl4pPr lvl="3" rtl="0" algn="ctr">
              <a:spcBef>
                <a:spcPts val="0"/>
              </a:spcBef>
              <a:spcAft>
                <a:spcPts val="0"/>
              </a:spcAft>
              <a:buClr>
                <a:schemeClr val="dk1"/>
              </a:buClr>
              <a:buSzPts val="6500"/>
              <a:buNone/>
              <a:defRPr sz="6500">
                <a:solidFill>
                  <a:schemeClr val="dk1"/>
                </a:solidFill>
              </a:defRPr>
            </a:lvl4pPr>
            <a:lvl5pPr lvl="4" rtl="0" algn="ctr">
              <a:spcBef>
                <a:spcPts val="0"/>
              </a:spcBef>
              <a:spcAft>
                <a:spcPts val="0"/>
              </a:spcAft>
              <a:buClr>
                <a:schemeClr val="dk1"/>
              </a:buClr>
              <a:buSzPts val="6500"/>
              <a:buNone/>
              <a:defRPr sz="6500">
                <a:solidFill>
                  <a:schemeClr val="dk1"/>
                </a:solidFill>
              </a:defRPr>
            </a:lvl5pPr>
            <a:lvl6pPr lvl="5" rtl="0" algn="ctr">
              <a:spcBef>
                <a:spcPts val="0"/>
              </a:spcBef>
              <a:spcAft>
                <a:spcPts val="0"/>
              </a:spcAft>
              <a:buClr>
                <a:schemeClr val="dk1"/>
              </a:buClr>
              <a:buSzPts val="6500"/>
              <a:buNone/>
              <a:defRPr sz="6500">
                <a:solidFill>
                  <a:schemeClr val="dk1"/>
                </a:solidFill>
              </a:defRPr>
            </a:lvl6pPr>
            <a:lvl7pPr lvl="6" rtl="0" algn="ctr">
              <a:spcBef>
                <a:spcPts val="0"/>
              </a:spcBef>
              <a:spcAft>
                <a:spcPts val="0"/>
              </a:spcAft>
              <a:buClr>
                <a:schemeClr val="dk1"/>
              </a:buClr>
              <a:buSzPts val="6500"/>
              <a:buNone/>
              <a:defRPr sz="6500">
                <a:solidFill>
                  <a:schemeClr val="dk1"/>
                </a:solidFill>
              </a:defRPr>
            </a:lvl7pPr>
            <a:lvl8pPr lvl="7" rtl="0" algn="ctr">
              <a:spcBef>
                <a:spcPts val="0"/>
              </a:spcBef>
              <a:spcAft>
                <a:spcPts val="0"/>
              </a:spcAft>
              <a:buClr>
                <a:schemeClr val="dk1"/>
              </a:buClr>
              <a:buSzPts val="6500"/>
              <a:buNone/>
              <a:defRPr sz="6500">
                <a:solidFill>
                  <a:schemeClr val="dk1"/>
                </a:solidFill>
              </a:defRPr>
            </a:lvl8pPr>
            <a:lvl9pPr lvl="8" rtl="0" algn="ctr">
              <a:spcBef>
                <a:spcPts val="0"/>
              </a:spcBef>
              <a:spcAft>
                <a:spcPts val="0"/>
              </a:spcAft>
              <a:buClr>
                <a:schemeClr val="dk1"/>
              </a:buClr>
              <a:buSzPts val="6500"/>
              <a:buNone/>
              <a:defRPr sz="6500">
                <a:solidFill>
                  <a:schemeClr val="dk1"/>
                </a:solidFill>
              </a:defRPr>
            </a:lvl9pPr>
          </a:lstStyle>
          <a:p/>
        </p:txBody>
      </p:sp>
      <p:sp>
        <p:nvSpPr>
          <p:cNvPr id="1790" name="Google Shape;1790;p30"/>
          <p:cNvSpPr txBox="1"/>
          <p:nvPr/>
        </p:nvSpPr>
        <p:spPr>
          <a:xfrm>
            <a:off x="2286725" y="3141550"/>
            <a:ext cx="4560300" cy="6402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200">
                <a:solidFill>
                  <a:schemeClr val="lt1"/>
                </a:solidFill>
                <a:latin typeface="Lato"/>
                <a:ea typeface="Lato"/>
                <a:cs typeface="Lato"/>
                <a:sym typeface="Lato"/>
              </a:rPr>
              <a:t>CREDITS: This presentation template was created by </a:t>
            </a:r>
            <a:r>
              <a:rPr b="1" lang="en" sz="1200">
                <a:solidFill>
                  <a:schemeClr val="lt1"/>
                </a:solidFill>
                <a:uFill>
                  <a:noFill/>
                </a:uFill>
                <a:latin typeface="Lato"/>
                <a:ea typeface="Lato"/>
                <a:cs typeface="Lato"/>
                <a:sym typeface="Lato"/>
                <a:hlinkClick r:id="rId2">
                  <a:extLst>
                    <a:ext uri="{A12FA001-AC4F-418D-AE19-62706E023703}">
                      <ahyp:hlinkClr val="tx"/>
                    </a:ext>
                  </a:extLst>
                </a:hlinkClick>
              </a:rPr>
              <a:t>Slidesgo</a:t>
            </a:r>
            <a:r>
              <a:rPr lang="en" sz="1200">
                <a:solidFill>
                  <a:schemeClr val="lt1"/>
                </a:solidFill>
                <a:latin typeface="Lato"/>
                <a:ea typeface="Lato"/>
                <a:cs typeface="Lato"/>
                <a:sym typeface="Lato"/>
              </a:rPr>
              <a:t>, including icons by </a:t>
            </a:r>
            <a:r>
              <a:rPr b="1" lang="en" sz="1200">
                <a:solidFill>
                  <a:schemeClr val="lt1"/>
                </a:solidFill>
                <a:uFill>
                  <a:noFill/>
                </a:uFill>
                <a:latin typeface="Lato"/>
                <a:ea typeface="Lato"/>
                <a:cs typeface="Lato"/>
                <a:sym typeface="Lato"/>
                <a:hlinkClick r:id="rId3">
                  <a:extLst>
                    <a:ext uri="{A12FA001-AC4F-418D-AE19-62706E023703}">
                      <ahyp:hlinkClr val="tx"/>
                    </a:ext>
                  </a:extLst>
                </a:hlinkClick>
              </a:rPr>
              <a:t>Flaticon</a:t>
            </a:r>
            <a:r>
              <a:rPr lang="en" sz="1200">
                <a:solidFill>
                  <a:schemeClr val="lt1"/>
                </a:solidFill>
                <a:latin typeface="Lato"/>
                <a:ea typeface="Lato"/>
                <a:cs typeface="Lato"/>
                <a:sym typeface="Lato"/>
              </a:rPr>
              <a:t>, and infographics &amp; images by </a:t>
            </a:r>
            <a:r>
              <a:rPr b="1" lang="en" sz="1200">
                <a:solidFill>
                  <a:schemeClr val="lt1"/>
                </a:solidFill>
                <a:uFill>
                  <a:noFill/>
                </a:uFill>
                <a:latin typeface="Lato"/>
                <a:ea typeface="Lato"/>
                <a:cs typeface="Lato"/>
                <a:sym typeface="Lato"/>
                <a:hlinkClick r:id="rId4">
                  <a:extLst>
                    <a:ext uri="{A12FA001-AC4F-418D-AE19-62706E023703}">
                      <ahyp:hlinkClr val="tx"/>
                    </a:ext>
                  </a:extLst>
                </a:hlinkClick>
              </a:rPr>
              <a:t>Freepik</a:t>
            </a:r>
            <a:endParaRPr b="1" sz="1200">
              <a:solidFill>
                <a:schemeClr val="lt1"/>
              </a:solidFill>
              <a:latin typeface="Lato"/>
              <a:ea typeface="Lato"/>
              <a:cs typeface="Lato"/>
              <a:sym typeface="Lato"/>
            </a:endParaRPr>
          </a:p>
        </p:txBody>
      </p:sp>
      <p:grpSp>
        <p:nvGrpSpPr>
          <p:cNvPr id="1791" name="Google Shape;1791;p30"/>
          <p:cNvGrpSpPr/>
          <p:nvPr/>
        </p:nvGrpSpPr>
        <p:grpSpPr>
          <a:xfrm>
            <a:off x="176450" y="4439275"/>
            <a:ext cx="378900" cy="472250"/>
            <a:chOff x="2459875" y="3181675"/>
            <a:chExt cx="378900" cy="472250"/>
          </a:xfrm>
        </p:grpSpPr>
        <p:sp>
          <p:nvSpPr>
            <p:cNvPr id="1792" name="Google Shape;1792;p30"/>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0"/>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0"/>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5" name="Google Shape;1795;p30"/>
          <p:cNvGrpSpPr/>
          <p:nvPr/>
        </p:nvGrpSpPr>
        <p:grpSpPr>
          <a:xfrm>
            <a:off x="379403" y="3806891"/>
            <a:ext cx="1198512" cy="1244001"/>
            <a:chOff x="238125" y="3112025"/>
            <a:chExt cx="716000" cy="743175"/>
          </a:xfrm>
        </p:grpSpPr>
        <p:sp>
          <p:nvSpPr>
            <p:cNvPr id="1796" name="Google Shape;1796;p30"/>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0"/>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0"/>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9" name="Google Shape;1799;p30"/>
          <p:cNvGrpSpPr/>
          <p:nvPr/>
        </p:nvGrpSpPr>
        <p:grpSpPr>
          <a:xfrm>
            <a:off x="7135964" y="539488"/>
            <a:ext cx="3646522" cy="4007720"/>
            <a:chOff x="5348750" y="2347100"/>
            <a:chExt cx="1108500" cy="1218300"/>
          </a:xfrm>
        </p:grpSpPr>
        <p:sp>
          <p:nvSpPr>
            <p:cNvPr id="1800" name="Google Shape;1800;p30"/>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0"/>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0"/>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0"/>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0"/>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0"/>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0"/>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0"/>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0"/>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0"/>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0"/>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0"/>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0"/>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0"/>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0"/>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5" name="Google Shape;1815;p30"/>
          <p:cNvGrpSpPr/>
          <p:nvPr/>
        </p:nvGrpSpPr>
        <p:grpSpPr>
          <a:xfrm>
            <a:off x="336475" y="258625"/>
            <a:ext cx="378900" cy="472250"/>
            <a:chOff x="2459875" y="3181675"/>
            <a:chExt cx="378900" cy="472250"/>
          </a:xfrm>
        </p:grpSpPr>
        <p:sp>
          <p:nvSpPr>
            <p:cNvPr id="1816" name="Google Shape;1816;p30"/>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0"/>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0"/>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9" name="Google Shape;1819;p30"/>
          <p:cNvSpPr/>
          <p:nvPr/>
        </p:nvSpPr>
        <p:spPr>
          <a:xfrm rot="-1005388">
            <a:off x="1535699" y="-2453"/>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0" name="Google Shape;1820;p30"/>
          <p:cNvGrpSpPr/>
          <p:nvPr/>
        </p:nvGrpSpPr>
        <p:grpSpPr>
          <a:xfrm>
            <a:off x="-447743" y="652719"/>
            <a:ext cx="1253407" cy="1311078"/>
            <a:chOff x="4385625" y="4289775"/>
            <a:chExt cx="983450" cy="1028700"/>
          </a:xfrm>
        </p:grpSpPr>
        <p:sp>
          <p:nvSpPr>
            <p:cNvPr id="1821" name="Google Shape;1821;p30"/>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0"/>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0"/>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0"/>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0"/>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0"/>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7">
    <p:spTree>
      <p:nvGrpSpPr>
        <p:cNvPr id="1827" name="Shape 1827"/>
        <p:cNvGrpSpPr/>
        <p:nvPr/>
      </p:nvGrpSpPr>
      <p:grpSpPr>
        <a:xfrm>
          <a:off x="0" y="0"/>
          <a:ext cx="0" cy="0"/>
          <a:chOff x="0" y="0"/>
          <a:chExt cx="0" cy="0"/>
        </a:xfrm>
      </p:grpSpPr>
      <p:sp>
        <p:nvSpPr>
          <p:cNvPr id="1828" name="Google Shape;1828;p31"/>
          <p:cNvSpPr/>
          <p:nvPr/>
        </p:nvSpPr>
        <p:spPr>
          <a:xfrm rot="-1852365">
            <a:off x="7995334" y="4259300"/>
            <a:ext cx="1198519" cy="1036401"/>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1"/>
          <p:cNvSpPr/>
          <p:nvPr/>
        </p:nvSpPr>
        <p:spPr>
          <a:xfrm rot="-1853654">
            <a:off x="8681008" y="4805923"/>
            <a:ext cx="296813" cy="256579"/>
          </a:xfrm>
          <a:prstGeom prst="triangle">
            <a:avLst>
              <a:gd fmla="val 50000"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0" name="Google Shape;1830;p31"/>
          <p:cNvGrpSpPr/>
          <p:nvPr/>
        </p:nvGrpSpPr>
        <p:grpSpPr>
          <a:xfrm flipH="1" rot="-2085203">
            <a:off x="7940386" y="47755"/>
            <a:ext cx="1198514" cy="1244002"/>
            <a:chOff x="238125" y="3112025"/>
            <a:chExt cx="716000" cy="743175"/>
          </a:xfrm>
        </p:grpSpPr>
        <p:sp>
          <p:nvSpPr>
            <p:cNvPr id="1831" name="Google Shape;1831;p31"/>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1"/>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1"/>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4" name="Google Shape;1834;p31"/>
          <p:cNvGrpSpPr/>
          <p:nvPr/>
        </p:nvGrpSpPr>
        <p:grpSpPr>
          <a:xfrm>
            <a:off x="176450" y="4439275"/>
            <a:ext cx="378900" cy="472250"/>
            <a:chOff x="2459875" y="3181675"/>
            <a:chExt cx="378900" cy="472250"/>
          </a:xfrm>
        </p:grpSpPr>
        <p:sp>
          <p:nvSpPr>
            <p:cNvPr id="1835" name="Google Shape;1835;p31"/>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1"/>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1"/>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8" name="Google Shape;1838;p31"/>
          <p:cNvGrpSpPr/>
          <p:nvPr/>
        </p:nvGrpSpPr>
        <p:grpSpPr>
          <a:xfrm rot="-2700000">
            <a:off x="8368168" y="2927841"/>
            <a:ext cx="481295" cy="473620"/>
            <a:chOff x="1433950" y="3130850"/>
            <a:chExt cx="481300" cy="473625"/>
          </a:xfrm>
        </p:grpSpPr>
        <p:sp>
          <p:nvSpPr>
            <p:cNvPr id="1839" name="Google Shape;1839;p31"/>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1"/>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1"/>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1"/>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1"/>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1"/>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5" name="Google Shape;1845;p31"/>
          <p:cNvGrpSpPr/>
          <p:nvPr/>
        </p:nvGrpSpPr>
        <p:grpSpPr>
          <a:xfrm flipH="1" rot="3076494">
            <a:off x="-303535" y="-214130"/>
            <a:ext cx="1253395" cy="1311066"/>
            <a:chOff x="4385625" y="4289775"/>
            <a:chExt cx="983450" cy="1028700"/>
          </a:xfrm>
        </p:grpSpPr>
        <p:sp>
          <p:nvSpPr>
            <p:cNvPr id="1846" name="Google Shape;1846;p31"/>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1"/>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1"/>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1"/>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1"/>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1"/>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2" name="Google Shape;1852;p31"/>
          <p:cNvGrpSpPr/>
          <p:nvPr/>
        </p:nvGrpSpPr>
        <p:grpSpPr>
          <a:xfrm rot="-5400000">
            <a:off x="3558350" y="-2231150"/>
            <a:ext cx="2289250" cy="3059825"/>
            <a:chOff x="2215325" y="2417050"/>
            <a:chExt cx="2289250" cy="3059825"/>
          </a:xfrm>
        </p:grpSpPr>
        <p:sp>
          <p:nvSpPr>
            <p:cNvPr id="1853" name="Google Shape;1853;p31"/>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1"/>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1"/>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1"/>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1"/>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1"/>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1"/>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1"/>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1"/>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1"/>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1"/>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1"/>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1"/>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1"/>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1"/>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1"/>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1"/>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1"/>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1"/>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1"/>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1"/>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1"/>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1"/>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1"/>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1"/>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1"/>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1"/>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1"/>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1"/>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1"/>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1"/>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1"/>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5" name="Google Shape;1885;p31"/>
          <p:cNvSpPr/>
          <p:nvPr/>
        </p:nvSpPr>
        <p:spPr>
          <a:xfrm rot="1266272">
            <a:off x="385985" y="154304"/>
            <a:ext cx="902323" cy="780091"/>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6" name="Google Shape;1886;p31"/>
          <p:cNvGrpSpPr/>
          <p:nvPr/>
        </p:nvGrpSpPr>
        <p:grpSpPr>
          <a:xfrm>
            <a:off x="1398450" y="105475"/>
            <a:ext cx="481300" cy="473625"/>
            <a:chOff x="1433950" y="3130850"/>
            <a:chExt cx="481300" cy="473625"/>
          </a:xfrm>
        </p:grpSpPr>
        <p:sp>
          <p:nvSpPr>
            <p:cNvPr id="1887" name="Google Shape;1887;p31"/>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1"/>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1"/>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1"/>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1"/>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1"/>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3" name="Google Shape;1893;p31"/>
          <p:cNvGrpSpPr/>
          <p:nvPr/>
        </p:nvGrpSpPr>
        <p:grpSpPr>
          <a:xfrm>
            <a:off x="131178" y="3409216"/>
            <a:ext cx="1198512" cy="1244001"/>
            <a:chOff x="238125" y="3112025"/>
            <a:chExt cx="716000" cy="743175"/>
          </a:xfrm>
        </p:grpSpPr>
        <p:sp>
          <p:nvSpPr>
            <p:cNvPr id="1894" name="Google Shape;1894;p31"/>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1"/>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1"/>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7" name="Google Shape;1897;p31"/>
          <p:cNvGrpSpPr/>
          <p:nvPr/>
        </p:nvGrpSpPr>
        <p:grpSpPr>
          <a:xfrm flipH="1" rot="3076494">
            <a:off x="7972815" y="3986395"/>
            <a:ext cx="1253395" cy="1311066"/>
            <a:chOff x="4385625" y="4289775"/>
            <a:chExt cx="983450" cy="1028700"/>
          </a:xfrm>
        </p:grpSpPr>
        <p:sp>
          <p:nvSpPr>
            <p:cNvPr id="1898" name="Google Shape;1898;p31"/>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1"/>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1"/>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1"/>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1"/>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1"/>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1">
    <p:spTree>
      <p:nvGrpSpPr>
        <p:cNvPr id="1904" name="Shape 1904"/>
        <p:cNvGrpSpPr/>
        <p:nvPr/>
      </p:nvGrpSpPr>
      <p:grpSpPr>
        <a:xfrm>
          <a:off x="0" y="0"/>
          <a:ext cx="0" cy="0"/>
          <a:chOff x="0" y="0"/>
          <a:chExt cx="0" cy="0"/>
        </a:xfrm>
      </p:grpSpPr>
      <p:grpSp>
        <p:nvGrpSpPr>
          <p:cNvPr id="1905" name="Google Shape;1905;p32"/>
          <p:cNvGrpSpPr/>
          <p:nvPr/>
        </p:nvGrpSpPr>
        <p:grpSpPr>
          <a:xfrm>
            <a:off x="126425" y="247588"/>
            <a:ext cx="481300" cy="473625"/>
            <a:chOff x="1433950" y="3130850"/>
            <a:chExt cx="481300" cy="473625"/>
          </a:xfrm>
        </p:grpSpPr>
        <p:sp>
          <p:nvSpPr>
            <p:cNvPr id="1906" name="Google Shape;1906;p32"/>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2"/>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2"/>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2"/>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2"/>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2"/>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2" name="Google Shape;1912;p32"/>
          <p:cNvGrpSpPr/>
          <p:nvPr/>
        </p:nvGrpSpPr>
        <p:grpSpPr>
          <a:xfrm>
            <a:off x="551300" y="-210687"/>
            <a:ext cx="892900" cy="888725"/>
            <a:chOff x="3655725" y="3261075"/>
            <a:chExt cx="892900" cy="888725"/>
          </a:xfrm>
        </p:grpSpPr>
        <p:sp>
          <p:nvSpPr>
            <p:cNvPr id="1913" name="Google Shape;1913;p32"/>
            <p:cNvSpPr/>
            <p:nvPr/>
          </p:nvSpPr>
          <p:spPr>
            <a:xfrm>
              <a:off x="3925250" y="3578675"/>
              <a:ext cx="321100" cy="271650"/>
            </a:xfrm>
            <a:custGeom>
              <a:rect b="b" l="l" r="r" t="t"/>
              <a:pathLst>
                <a:path extrusionOk="0" h="10866" w="12844">
                  <a:moveTo>
                    <a:pt x="1" y="0"/>
                  </a:moveTo>
                  <a:lnTo>
                    <a:pt x="8637" y="9835"/>
                  </a:lnTo>
                  <a:lnTo>
                    <a:pt x="12844" y="10865"/>
                  </a:lnTo>
                  <a:lnTo>
                    <a:pt x="4180" y="103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2"/>
            <p:cNvSpPr/>
            <p:nvPr/>
          </p:nvSpPr>
          <p:spPr>
            <a:xfrm>
              <a:off x="3925250" y="3483250"/>
              <a:ext cx="415825" cy="121225"/>
            </a:xfrm>
            <a:custGeom>
              <a:rect b="b" l="l" r="r" t="t"/>
              <a:pathLst>
                <a:path extrusionOk="0" h="4849" w="16633">
                  <a:moveTo>
                    <a:pt x="12454" y="1"/>
                  </a:moveTo>
                  <a:lnTo>
                    <a:pt x="1" y="3817"/>
                  </a:lnTo>
                  <a:lnTo>
                    <a:pt x="4180" y="4848"/>
                  </a:lnTo>
                  <a:lnTo>
                    <a:pt x="16633" y="1059"/>
                  </a:lnTo>
                  <a:lnTo>
                    <a:pt x="12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2"/>
            <p:cNvSpPr/>
            <p:nvPr/>
          </p:nvSpPr>
          <p:spPr>
            <a:xfrm>
              <a:off x="3655725" y="3261075"/>
              <a:ext cx="788425" cy="862950"/>
            </a:xfrm>
            <a:custGeom>
              <a:rect b="b" l="l" r="r" t="t"/>
              <a:pathLst>
                <a:path extrusionOk="0" h="34518" w="31537">
                  <a:moveTo>
                    <a:pt x="23235" y="8888"/>
                  </a:moveTo>
                  <a:lnTo>
                    <a:pt x="19418" y="22539"/>
                  </a:lnTo>
                  <a:lnTo>
                    <a:pt x="10782" y="12704"/>
                  </a:lnTo>
                  <a:lnTo>
                    <a:pt x="23235" y="8888"/>
                  </a:lnTo>
                  <a:close/>
                  <a:moveTo>
                    <a:pt x="31537" y="1"/>
                  </a:moveTo>
                  <a:lnTo>
                    <a:pt x="0" y="9612"/>
                  </a:lnTo>
                  <a:lnTo>
                    <a:pt x="21897" y="34518"/>
                  </a:lnTo>
                  <a:lnTo>
                    <a:pt x="315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2"/>
            <p:cNvSpPr/>
            <p:nvPr/>
          </p:nvSpPr>
          <p:spPr>
            <a:xfrm>
              <a:off x="3655725" y="3261075"/>
              <a:ext cx="788425" cy="862950"/>
            </a:xfrm>
            <a:custGeom>
              <a:rect b="b" l="l" r="r" t="t"/>
              <a:pathLst>
                <a:path extrusionOk="0" fill="none" h="34518" w="31537">
                  <a:moveTo>
                    <a:pt x="31537" y="1"/>
                  </a:moveTo>
                  <a:lnTo>
                    <a:pt x="21897" y="34518"/>
                  </a:lnTo>
                  <a:lnTo>
                    <a:pt x="0" y="9612"/>
                  </a:lnTo>
                  <a:lnTo>
                    <a:pt x="3153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2"/>
            <p:cNvSpPr/>
            <p:nvPr/>
          </p:nvSpPr>
          <p:spPr>
            <a:xfrm>
              <a:off x="3925250" y="3483250"/>
              <a:ext cx="311350" cy="341300"/>
            </a:xfrm>
            <a:custGeom>
              <a:rect b="b" l="l" r="r" t="t"/>
              <a:pathLst>
                <a:path extrusionOk="0" fill="none" h="13652" w="12454">
                  <a:moveTo>
                    <a:pt x="12454" y="1"/>
                  </a:moveTo>
                  <a:lnTo>
                    <a:pt x="1" y="3817"/>
                  </a:lnTo>
                  <a:lnTo>
                    <a:pt x="8637" y="13652"/>
                  </a:lnTo>
                  <a:lnTo>
                    <a:pt x="1245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2"/>
            <p:cNvSpPr/>
            <p:nvPr/>
          </p:nvSpPr>
          <p:spPr>
            <a:xfrm>
              <a:off x="4203150" y="3261075"/>
              <a:ext cx="345475" cy="888725"/>
            </a:xfrm>
            <a:custGeom>
              <a:rect b="b" l="l" r="r" t="t"/>
              <a:pathLst>
                <a:path extrusionOk="0" h="35549" w="13819">
                  <a:moveTo>
                    <a:pt x="9640" y="1"/>
                  </a:moveTo>
                  <a:lnTo>
                    <a:pt x="0" y="34518"/>
                  </a:lnTo>
                  <a:lnTo>
                    <a:pt x="4207" y="35549"/>
                  </a:lnTo>
                  <a:lnTo>
                    <a:pt x="13819" y="1059"/>
                  </a:lnTo>
                  <a:lnTo>
                    <a:pt x="964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9" name="Google Shape;1919;p32"/>
          <p:cNvGrpSpPr/>
          <p:nvPr/>
        </p:nvGrpSpPr>
        <p:grpSpPr>
          <a:xfrm flipH="1" rot="-2085203">
            <a:off x="8054686" y="3848230"/>
            <a:ext cx="1198514" cy="1244002"/>
            <a:chOff x="238125" y="3112025"/>
            <a:chExt cx="716000" cy="743175"/>
          </a:xfrm>
        </p:grpSpPr>
        <p:sp>
          <p:nvSpPr>
            <p:cNvPr id="1920" name="Google Shape;1920;p32"/>
            <p:cNvSpPr/>
            <p:nvPr/>
          </p:nvSpPr>
          <p:spPr>
            <a:xfrm>
              <a:off x="238125" y="3184475"/>
              <a:ext cx="589225" cy="670725"/>
            </a:xfrm>
            <a:custGeom>
              <a:rect b="b" l="l" r="r" t="t"/>
              <a:pathLst>
                <a:path extrusionOk="0" h="26829" w="23569">
                  <a:moveTo>
                    <a:pt x="0" y="0"/>
                  </a:moveTo>
                  <a:lnTo>
                    <a:pt x="13790" y="26828"/>
                  </a:lnTo>
                  <a:lnTo>
                    <a:pt x="23569" y="5823"/>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2"/>
            <p:cNvSpPr/>
            <p:nvPr/>
          </p:nvSpPr>
          <p:spPr>
            <a:xfrm>
              <a:off x="238125" y="3112025"/>
              <a:ext cx="716000" cy="218025"/>
            </a:xfrm>
            <a:custGeom>
              <a:rect b="b" l="l" r="r" t="t"/>
              <a:pathLst>
                <a:path extrusionOk="0" h="8721" w="28640">
                  <a:moveTo>
                    <a:pt x="5070" y="1"/>
                  </a:moveTo>
                  <a:lnTo>
                    <a:pt x="0" y="2898"/>
                  </a:lnTo>
                  <a:lnTo>
                    <a:pt x="23569" y="8721"/>
                  </a:lnTo>
                  <a:lnTo>
                    <a:pt x="28639" y="5823"/>
                  </a:lnTo>
                  <a:lnTo>
                    <a:pt x="50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2"/>
            <p:cNvSpPr/>
            <p:nvPr/>
          </p:nvSpPr>
          <p:spPr>
            <a:xfrm>
              <a:off x="582875" y="3257600"/>
              <a:ext cx="371250" cy="597600"/>
            </a:xfrm>
            <a:custGeom>
              <a:rect b="b" l="l" r="r" t="t"/>
              <a:pathLst>
                <a:path extrusionOk="0" h="23904" w="14850">
                  <a:moveTo>
                    <a:pt x="14849" y="0"/>
                  </a:moveTo>
                  <a:lnTo>
                    <a:pt x="9779" y="2898"/>
                  </a:lnTo>
                  <a:lnTo>
                    <a:pt x="0" y="23903"/>
                  </a:lnTo>
                  <a:lnTo>
                    <a:pt x="5071" y="21006"/>
                  </a:lnTo>
                  <a:lnTo>
                    <a:pt x="148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3" name="Google Shape;1923;p32"/>
          <p:cNvSpPr/>
          <p:nvPr/>
        </p:nvSpPr>
        <p:spPr>
          <a:xfrm rot="-1005388">
            <a:off x="8279399" y="320747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4" name="Google Shape;1924;p32"/>
          <p:cNvGrpSpPr/>
          <p:nvPr/>
        </p:nvGrpSpPr>
        <p:grpSpPr>
          <a:xfrm rot="-2700000">
            <a:off x="7348993" y="4508991"/>
            <a:ext cx="481295" cy="473620"/>
            <a:chOff x="1433950" y="3130850"/>
            <a:chExt cx="481300" cy="473625"/>
          </a:xfrm>
        </p:grpSpPr>
        <p:sp>
          <p:nvSpPr>
            <p:cNvPr id="1925" name="Google Shape;1925;p32"/>
            <p:cNvSpPr/>
            <p:nvPr/>
          </p:nvSpPr>
          <p:spPr>
            <a:xfrm>
              <a:off x="1576050" y="3424750"/>
              <a:ext cx="223575" cy="64800"/>
            </a:xfrm>
            <a:custGeom>
              <a:rect b="b" l="l" r="r" t="t"/>
              <a:pathLst>
                <a:path extrusionOk="0" h="2592" w="8943">
                  <a:moveTo>
                    <a:pt x="2173" y="1"/>
                  </a:moveTo>
                  <a:lnTo>
                    <a:pt x="0" y="753"/>
                  </a:lnTo>
                  <a:lnTo>
                    <a:pt x="6770" y="2591"/>
                  </a:lnTo>
                  <a:lnTo>
                    <a:pt x="8943" y="1811"/>
                  </a:lnTo>
                  <a:lnTo>
                    <a:pt x="21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2"/>
            <p:cNvSpPr/>
            <p:nvPr/>
          </p:nvSpPr>
          <p:spPr>
            <a:xfrm>
              <a:off x="1576050" y="3290325"/>
              <a:ext cx="165075" cy="153250"/>
            </a:xfrm>
            <a:custGeom>
              <a:rect b="b" l="l" r="r" t="t"/>
              <a:pathLst>
                <a:path extrusionOk="0" h="6130" w="6603">
                  <a:moveTo>
                    <a:pt x="6603" y="1"/>
                  </a:moveTo>
                  <a:lnTo>
                    <a:pt x="4430" y="781"/>
                  </a:lnTo>
                  <a:lnTo>
                    <a:pt x="0" y="6130"/>
                  </a:lnTo>
                  <a:lnTo>
                    <a:pt x="2173" y="5378"/>
                  </a:lnTo>
                  <a:lnTo>
                    <a:pt x="660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2"/>
            <p:cNvSpPr/>
            <p:nvPr/>
          </p:nvSpPr>
          <p:spPr>
            <a:xfrm>
              <a:off x="1433950" y="3149650"/>
              <a:ext cx="426975" cy="454825"/>
            </a:xfrm>
            <a:custGeom>
              <a:rect b="b" l="l" r="r" t="t"/>
              <a:pathLst>
                <a:path extrusionOk="0" h="18193" w="17079">
                  <a:moveTo>
                    <a:pt x="10114" y="6408"/>
                  </a:moveTo>
                  <a:lnTo>
                    <a:pt x="12454" y="13595"/>
                  </a:lnTo>
                  <a:lnTo>
                    <a:pt x="12454" y="13595"/>
                  </a:lnTo>
                  <a:lnTo>
                    <a:pt x="5684" y="11757"/>
                  </a:lnTo>
                  <a:lnTo>
                    <a:pt x="10114" y="6408"/>
                  </a:lnTo>
                  <a:close/>
                  <a:moveTo>
                    <a:pt x="11200" y="0"/>
                  </a:moveTo>
                  <a:lnTo>
                    <a:pt x="1" y="13568"/>
                  </a:lnTo>
                  <a:lnTo>
                    <a:pt x="17079" y="18192"/>
                  </a:lnTo>
                  <a:lnTo>
                    <a:pt x="17079" y="18192"/>
                  </a:lnTo>
                  <a:lnTo>
                    <a:pt x="112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2"/>
            <p:cNvSpPr/>
            <p:nvPr/>
          </p:nvSpPr>
          <p:spPr>
            <a:xfrm>
              <a:off x="1433950" y="3149650"/>
              <a:ext cx="426975" cy="454825"/>
            </a:xfrm>
            <a:custGeom>
              <a:rect b="b" l="l" r="r" t="t"/>
              <a:pathLst>
                <a:path extrusionOk="0" fill="none" h="18193" w="17079">
                  <a:moveTo>
                    <a:pt x="11200" y="0"/>
                  </a:moveTo>
                  <a:lnTo>
                    <a:pt x="17079" y="18192"/>
                  </a:lnTo>
                  <a:lnTo>
                    <a:pt x="1" y="13568"/>
                  </a:lnTo>
                  <a:lnTo>
                    <a:pt x="1120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2"/>
            <p:cNvSpPr/>
            <p:nvPr/>
          </p:nvSpPr>
          <p:spPr>
            <a:xfrm>
              <a:off x="1576050" y="3309825"/>
              <a:ext cx="169250" cy="179725"/>
            </a:xfrm>
            <a:custGeom>
              <a:rect b="b" l="l" r="r" t="t"/>
              <a:pathLst>
                <a:path extrusionOk="0" fill="none" h="7189" w="6770">
                  <a:moveTo>
                    <a:pt x="4430" y="1"/>
                  </a:moveTo>
                  <a:lnTo>
                    <a:pt x="0" y="5350"/>
                  </a:lnTo>
                  <a:lnTo>
                    <a:pt x="6770" y="7188"/>
                  </a:lnTo>
                  <a:lnTo>
                    <a:pt x="443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2"/>
            <p:cNvSpPr/>
            <p:nvPr/>
          </p:nvSpPr>
          <p:spPr>
            <a:xfrm>
              <a:off x="1713950" y="3130850"/>
              <a:ext cx="201300" cy="473625"/>
            </a:xfrm>
            <a:custGeom>
              <a:rect b="b" l="l" r="r" t="t"/>
              <a:pathLst>
                <a:path extrusionOk="0" h="18945" w="8052">
                  <a:moveTo>
                    <a:pt x="2173" y="0"/>
                  </a:moveTo>
                  <a:lnTo>
                    <a:pt x="0" y="752"/>
                  </a:lnTo>
                  <a:lnTo>
                    <a:pt x="5879" y="18944"/>
                  </a:lnTo>
                  <a:lnTo>
                    <a:pt x="8052" y="18192"/>
                  </a:lnTo>
                  <a:lnTo>
                    <a:pt x="21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1" name="Google Shape;1931;p32"/>
          <p:cNvGrpSpPr/>
          <p:nvPr/>
        </p:nvGrpSpPr>
        <p:grpSpPr>
          <a:xfrm rot="3748678">
            <a:off x="3565788" y="4442589"/>
            <a:ext cx="2012425" cy="2211761"/>
            <a:chOff x="5348750" y="2347100"/>
            <a:chExt cx="1108500" cy="1218300"/>
          </a:xfrm>
        </p:grpSpPr>
        <p:sp>
          <p:nvSpPr>
            <p:cNvPr id="1932" name="Google Shape;1932;p32"/>
            <p:cNvSpPr/>
            <p:nvPr/>
          </p:nvSpPr>
          <p:spPr>
            <a:xfrm>
              <a:off x="5810525" y="2568600"/>
              <a:ext cx="437875" cy="703975"/>
            </a:xfrm>
            <a:custGeom>
              <a:rect b="b" l="l" r="r" t="t"/>
              <a:pathLst>
                <a:path extrusionOk="0" h="28159" w="17515">
                  <a:moveTo>
                    <a:pt x="9781" y="1"/>
                  </a:moveTo>
                  <a:lnTo>
                    <a:pt x="1" y="24554"/>
                  </a:lnTo>
                  <a:lnTo>
                    <a:pt x="7754" y="28158"/>
                  </a:lnTo>
                  <a:lnTo>
                    <a:pt x="17515" y="3605"/>
                  </a:lnTo>
                  <a:lnTo>
                    <a:pt x="978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2"/>
            <p:cNvSpPr/>
            <p:nvPr/>
          </p:nvSpPr>
          <p:spPr>
            <a:xfrm>
              <a:off x="5810525" y="2568600"/>
              <a:ext cx="437875" cy="703975"/>
            </a:xfrm>
            <a:custGeom>
              <a:rect b="b" l="l" r="r" t="t"/>
              <a:pathLst>
                <a:path extrusionOk="0" fill="none" h="28159" w="17515">
                  <a:moveTo>
                    <a:pt x="7754" y="28158"/>
                  </a:moveTo>
                  <a:lnTo>
                    <a:pt x="1" y="24554"/>
                  </a:lnTo>
                  <a:lnTo>
                    <a:pt x="9781" y="1"/>
                  </a:lnTo>
                  <a:lnTo>
                    <a:pt x="17515" y="3605"/>
                  </a:lnTo>
                  <a:lnTo>
                    <a:pt x="7754" y="2815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2"/>
            <p:cNvSpPr/>
            <p:nvPr/>
          </p:nvSpPr>
          <p:spPr>
            <a:xfrm>
              <a:off x="5542100" y="2437675"/>
              <a:ext cx="912325" cy="1123975"/>
            </a:xfrm>
            <a:custGeom>
              <a:rect b="b" l="l" r="r" t="t"/>
              <a:pathLst>
                <a:path extrusionOk="0" h="44959" w="36493">
                  <a:moveTo>
                    <a:pt x="28252" y="8842"/>
                  </a:moveTo>
                  <a:lnTo>
                    <a:pt x="18491" y="33395"/>
                  </a:lnTo>
                  <a:lnTo>
                    <a:pt x="8335" y="16219"/>
                  </a:lnTo>
                  <a:lnTo>
                    <a:pt x="28252" y="8842"/>
                  </a:lnTo>
                  <a:close/>
                  <a:moveTo>
                    <a:pt x="36493" y="0"/>
                  </a:moveTo>
                  <a:lnTo>
                    <a:pt x="1" y="13497"/>
                  </a:lnTo>
                  <a:lnTo>
                    <a:pt x="18585" y="44959"/>
                  </a:lnTo>
                  <a:lnTo>
                    <a:pt x="3649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2"/>
            <p:cNvSpPr/>
            <p:nvPr/>
          </p:nvSpPr>
          <p:spPr>
            <a:xfrm>
              <a:off x="5542100" y="2437675"/>
              <a:ext cx="912325" cy="1123975"/>
            </a:xfrm>
            <a:custGeom>
              <a:rect b="b" l="l" r="r" t="t"/>
              <a:pathLst>
                <a:path extrusionOk="0" fill="none" h="44959" w="36493">
                  <a:moveTo>
                    <a:pt x="1" y="13497"/>
                  </a:moveTo>
                  <a:lnTo>
                    <a:pt x="36493" y="0"/>
                  </a:lnTo>
                  <a:lnTo>
                    <a:pt x="18585" y="44959"/>
                  </a:lnTo>
                  <a:lnTo>
                    <a:pt x="1" y="1349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2"/>
            <p:cNvSpPr/>
            <p:nvPr/>
          </p:nvSpPr>
          <p:spPr>
            <a:xfrm>
              <a:off x="5750475" y="2658700"/>
              <a:ext cx="497925" cy="613875"/>
            </a:xfrm>
            <a:custGeom>
              <a:rect b="b" l="l" r="r" t="t"/>
              <a:pathLst>
                <a:path extrusionOk="0" fill="none" h="24555" w="19917">
                  <a:moveTo>
                    <a:pt x="0" y="7378"/>
                  </a:moveTo>
                  <a:lnTo>
                    <a:pt x="10156" y="24554"/>
                  </a:lnTo>
                  <a:lnTo>
                    <a:pt x="19917" y="1"/>
                  </a:lnTo>
                  <a:lnTo>
                    <a:pt x="0" y="73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2"/>
            <p:cNvSpPr/>
            <p:nvPr/>
          </p:nvSpPr>
          <p:spPr>
            <a:xfrm>
              <a:off x="5348750" y="2347100"/>
              <a:ext cx="1105675" cy="428025"/>
            </a:xfrm>
            <a:custGeom>
              <a:rect b="b" l="l" r="r" t="t"/>
              <a:pathLst>
                <a:path extrusionOk="0" h="17121" w="44227">
                  <a:moveTo>
                    <a:pt x="36493" y="0"/>
                  </a:moveTo>
                  <a:lnTo>
                    <a:pt x="1" y="13516"/>
                  </a:lnTo>
                  <a:lnTo>
                    <a:pt x="7735" y="17120"/>
                  </a:lnTo>
                  <a:lnTo>
                    <a:pt x="44227" y="3623"/>
                  </a:lnTo>
                  <a:lnTo>
                    <a:pt x="364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2"/>
            <p:cNvSpPr/>
            <p:nvPr/>
          </p:nvSpPr>
          <p:spPr>
            <a:xfrm>
              <a:off x="5348750" y="2347100"/>
              <a:ext cx="1105675" cy="428025"/>
            </a:xfrm>
            <a:custGeom>
              <a:rect b="b" l="l" r="r" t="t"/>
              <a:pathLst>
                <a:path extrusionOk="0" fill="none" h="17121" w="44227">
                  <a:moveTo>
                    <a:pt x="7735" y="17120"/>
                  </a:moveTo>
                  <a:lnTo>
                    <a:pt x="1" y="13516"/>
                  </a:lnTo>
                  <a:lnTo>
                    <a:pt x="36493" y="0"/>
                  </a:lnTo>
                  <a:lnTo>
                    <a:pt x="44227" y="3623"/>
                  </a:lnTo>
                  <a:lnTo>
                    <a:pt x="7735" y="171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2"/>
            <p:cNvSpPr/>
            <p:nvPr/>
          </p:nvSpPr>
          <p:spPr>
            <a:xfrm>
              <a:off x="5348750" y="2685000"/>
              <a:ext cx="657975" cy="876650"/>
            </a:xfrm>
            <a:custGeom>
              <a:rect b="b" l="l" r="r" t="t"/>
              <a:pathLst>
                <a:path extrusionOk="0" h="35066" w="26319">
                  <a:moveTo>
                    <a:pt x="1" y="0"/>
                  </a:moveTo>
                  <a:lnTo>
                    <a:pt x="18585" y="31462"/>
                  </a:lnTo>
                  <a:lnTo>
                    <a:pt x="26319" y="35066"/>
                  </a:lnTo>
                  <a:lnTo>
                    <a:pt x="7735" y="3604"/>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2"/>
            <p:cNvSpPr/>
            <p:nvPr/>
          </p:nvSpPr>
          <p:spPr>
            <a:xfrm>
              <a:off x="5348750" y="2685000"/>
              <a:ext cx="657975" cy="876650"/>
            </a:xfrm>
            <a:custGeom>
              <a:rect b="b" l="l" r="r" t="t"/>
              <a:pathLst>
                <a:path extrusionOk="0" fill="none" h="35066" w="26319">
                  <a:moveTo>
                    <a:pt x="26319" y="35066"/>
                  </a:moveTo>
                  <a:lnTo>
                    <a:pt x="18585" y="31462"/>
                  </a:lnTo>
                  <a:lnTo>
                    <a:pt x="1" y="0"/>
                  </a:lnTo>
                  <a:lnTo>
                    <a:pt x="7735" y="3604"/>
                  </a:lnTo>
                  <a:lnTo>
                    <a:pt x="26319" y="3506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2"/>
            <p:cNvSpPr/>
            <p:nvPr/>
          </p:nvSpPr>
          <p:spPr>
            <a:xfrm>
              <a:off x="5539750" y="2434375"/>
              <a:ext cx="917500" cy="1131025"/>
            </a:xfrm>
            <a:custGeom>
              <a:rect b="b" l="l" r="r" t="t"/>
              <a:pathLst>
                <a:path extrusionOk="0" h="45241" w="36700">
                  <a:moveTo>
                    <a:pt x="36455" y="245"/>
                  </a:moveTo>
                  <a:lnTo>
                    <a:pt x="18660" y="44941"/>
                  </a:lnTo>
                  <a:lnTo>
                    <a:pt x="188" y="13667"/>
                  </a:lnTo>
                  <a:lnTo>
                    <a:pt x="36455" y="245"/>
                  </a:lnTo>
                  <a:close/>
                  <a:moveTo>
                    <a:pt x="36699" y="1"/>
                  </a:moveTo>
                  <a:lnTo>
                    <a:pt x="76" y="13573"/>
                  </a:lnTo>
                  <a:lnTo>
                    <a:pt x="1" y="13592"/>
                  </a:lnTo>
                  <a:lnTo>
                    <a:pt x="18697" y="45241"/>
                  </a:lnTo>
                  <a:lnTo>
                    <a:pt x="36643" y="151"/>
                  </a:lnTo>
                  <a:lnTo>
                    <a:pt x="36699" y="1"/>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2"/>
            <p:cNvSpPr/>
            <p:nvPr/>
          </p:nvSpPr>
          <p:spPr>
            <a:xfrm>
              <a:off x="5581050" y="2478975"/>
              <a:ext cx="834900" cy="1028725"/>
            </a:xfrm>
            <a:custGeom>
              <a:rect b="b" l="l" r="r" t="t"/>
              <a:pathLst>
                <a:path extrusionOk="0" h="41149" w="33396">
                  <a:moveTo>
                    <a:pt x="33170" y="225"/>
                  </a:moveTo>
                  <a:lnTo>
                    <a:pt x="16989" y="40829"/>
                  </a:lnTo>
                  <a:lnTo>
                    <a:pt x="207" y="12427"/>
                  </a:lnTo>
                  <a:lnTo>
                    <a:pt x="33170" y="225"/>
                  </a:lnTo>
                  <a:close/>
                  <a:moveTo>
                    <a:pt x="33395" y="0"/>
                  </a:moveTo>
                  <a:lnTo>
                    <a:pt x="76" y="12333"/>
                  </a:lnTo>
                  <a:lnTo>
                    <a:pt x="1" y="12352"/>
                  </a:lnTo>
                  <a:lnTo>
                    <a:pt x="17027" y="41148"/>
                  </a:lnTo>
                  <a:lnTo>
                    <a:pt x="25211" y="20574"/>
                  </a:lnTo>
                  <a:lnTo>
                    <a:pt x="33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2"/>
            <p:cNvSpPr/>
            <p:nvPr/>
          </p:nvSpPr>
          <p:spPr>
            <a:xfrm>
              <a:off x="5622825" y="2523075"/>
              <a:ext cx="752300" cy="926425"/>
            </a:xfrm>
            <a:custGeom>
              <a:rect b="b" l="l" r="r" t="t"/>
              <a:pathLst>
                <a:path extrusionOk="0" h="37057" w="30092">
                  <a:moveTo>
                    <a:pt x="29847" y="226"/>
                  </a:moveTo>
                  <a:lnTo>
                    <a:pt x="15299" y="36756"/>
                  </a:lnTo>
                  <a:lnTo>
                    <a:pt x="207" y="11208"/>
                  </a:lnTo>
                  <a:lnTo>
                    <a:pt x="29847" y="226"/>
                  </a:lnTo>
                  <a:close/>
                  <a:moveTo>
                    <a:pt x="30091" y="1"/>
                  </a:moveTo>
                  <a:lnTo>
                    <a:pt x="75" y="11114"/>
                  </a:lnTo>
                  <a:lnTo>
                    <a:pt x="0" y="11132"/>
                  </a:lnTo>
                  <a:lnTo>
                    <a:pt x="15318" y="37056"/>
                  </a:lnTo>
                  <a:lnTo>
                    <a:pt x="22695" y="18547"/>
                  </a:lnTo>
                  <a:lnTo>
                    <a:pt x="300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2"/>
            <p:cNvSpPr/>
            <p:nvPr/>
          </p:nvSpPr>
          <p:spPr>
            <a:xfrm>
              <a:off x="5664575" y="2567200"/>
              <a:ext cx="669250" cy="824575"/>
            </a:xfrm>
            <a:custGeom>
              <a:rect b="b" l="l" r="r" t="t"/>
              <a:pathLst>
                <a:path extrusionOk="0" h="32983" w="26770">
                  <a:moveTo>
                    <a:pt x="26525" y="226"/>
                  </a:moveTo>
                  <a:lnTo>
                    <a:pt x="13610" y="32682"/>
                  </a:lnTo>
                  <a:lnTo>
                    <a:pt x="189" y="9987"/>
                  </a:lnTo>
                  <a:lnTo>
                    <a:pt x="26525" y="226"/>
                  </a:lnTo>
                  <a:close/>
                  <a:moveTo>
                    <a:pt x="26769" y="0"/>
                  </a:moveTo>
                  <a:lnTo>
                    <a:pt x="76" y="9874"/>
                  </a:lnTo>
                  <a:lnTo>
                    <a:pt x="1" y="9912"/>
                  </a:lnTo>
                  <a:lnTo>
                    <a:pt x="13629" y="32982"/>
                  </a:lnTo>
                  <a:lnTo>
                    <a:pt x="20199" y="16501"/>
                  </a:lnTo>
                  <a:lnTo>
                    <a:pt x="267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2"/>
            <p:cNvSpPr/>
            <p:nvPr/>
          </p:nvSpPr>
          <p:spPr>
            <a:xfrm>
              <a:off x="5706350" y="2611300"/>
              <a:ext cx="586175" cy="722750"/>
            </a:xfrm>
            <a:custGeom>
              <a:rect b="b" l="l" r="r" t="t"/>
              <a:pathLst>
                <a:path extrusionOk="0" h="28910" w="23447">
                  <a:moveTo>
                    <a:pt x="23221" y="245"/>
                  </a:moveTo>
                  <a:lnTo>
                    <a:pt x="11921" y="28609"/>
                  </a:lnTo>
                  <a:lnTo>
                    <a:pt x="188" y="8767"/>
                  </a:lnTo>
                  <a:lnTo>
                    <a:pt x="23221" y="245"/>
                  </a:lnTo>
                  <a:close/>
                  <a:moveTo>
                    <a:pt x="23447" y="1"/>
                  </a:moveTo>
                  <a:lnTo>
                    <a:pt x="1" y="8692"/>
                  </a:lnTo>
                  <a:lnTo>
                    <a:pt x="11939" y="28909"/>
                  </a:lnTo>
                  <a:lnTo>
                    <a:pt x="17702" y="14474"/>
                  </a:lnTo>
                  <a:lnTo>
                    <a:pt x="234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2"/>
            <p:cNvSpPr/>
            <p:nvPr/>
          </p:nvSpPr>
          <p:spPr>
            <a:xfrm>
              <a:off x="5748125" y="2655900"/>
              <a:ext cx="503575" cy="620425"/>
            </a:xfrm>
            <a:custGeom>
              <a:rect b="b" l="l" r="r" t="t"/>
              <a:pathLst>
                <a:path extrusionOk="0" h="24817" w="20143">
                  <a:moveTo>
                    <a:pt x="19898" y="225"/>
                  </a:moveTo>
                  <a:lnTo>
                    <a:pt x="10231" y="24516"/>
                  </a:lnTo>
                  <a:lnTo>
                    <a:pt x="188" y="7528"/>
                  </a:lnTo>
                  <a:lnTo>
                    <a:pt x="19898" y="225"/>
                  </a:lnTo>
                  <a:close/>
                  <a:moveTo>
                    <a:pt x="20142" y="0"/>
                  </a:moveTo>
                  <a:lnTo>
                    <a:pt x="0" y="7453"/>
                  </a:lnTo>
                  <a:lnTo>
                    <a:pt x="10250" y="24817"/>
                  </a:lnTo>
                  <a:lnTo>
                    <a:pt x="20142" y="0"/>
                  </a:lnTo>
                  <a:close/>
                </a:path>
              </a:pathLst>
            </a:custGeom>
            <a:solidFill>
              <a:srgbClr val="1F3D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7" name="Google Shape;1947;p32"/>
          <p:cNvGrpSpPr/>
          <p:nvPr/>
        </p:nvGrpSpPr>
        <p:grpSpPr>
          <a:xfrm>
            <a:off x="4991032" y="4300794"/>
            <a:ext cx="1253407" cy="1311078"/>
            <a:chOff x="4385625" y="4289775"/>
            <a:chExt cx="983450" cy="1028700"/>
          </a:xfrm>
        </p:grpSpPr>
        <p:sp>
          <p:nvSpPr>
            <p:cNvPr id="1948" name="Google Shape;1948;p32"/>
            <p:cNvSpPr/>
            <p:nvPr/>
          </p:nvSpPr>
          <p:spPr>
            <a:xfrm>
              <a:off x="4593175" y="4871325"/>
              <a:ext cx="435325" cy="204100"/>
            </a:xfrm>
            <a:custGeom>
              <a:rect b="b" l="l" r="r" t="t"/>
              <a:pathLst>
                <a:path extrusionOk="0" h="8164" w="17413">
                  <a:moveTo>
                    <a:pt x="17412" y="1"/>
                  </a:moveTo>
                  <a:lnTo>
                    <a:pt x="3093" y="4319"/>
                  </a:lnTo>
                  <a:lnTo>
                    <a:pt x="0" y="8163"/>
                  </a:lnTo>
                  <a:lnTo>
                    <a:pt x="14320" y="3845"/>
                  </a:lnTo>
                  <a:lnTo>
                    <a:pt x="1741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2"/>
            <p:cNvSpPr/>
            <p:nvPr/>
          </p:nvSpPr>
          <p:spPr>
            <a:xfrm>
              <a:off x="4593175" y="4610850"/>
              <a:ext cx="126075" cy="464575"/>
            </a:xfrm>
            <a:custGeom>
              <a:rect b="b" l="l" r="r" t="t"/>
              <a:pathLst>
                <a:path extrusionOk="0" h="18583" w="5043">
                  <a:moveTo>
                    <a:pt x="5043" y="0"/>
                  </a:moveTo>
                  <a:lnTo>
                    <a:pt x="1978" y="3845"/>
                  </a:lnTo>
                  <a:lnTo>
                    <a:pt x="0" y="18582"/>
                  </a:lnTo>
                  <a:lnTo>
                    <a:pt x="0" y="18582"/>
                  </a:lnTo>
                  <a:lnTo>
                    <a:pt x="3093" y="14738"/>
                  </a:lnTo>
                  <a:lnTo>
                    <a:pt x="50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2"/>
            <p:cNvSpPr/>
            <p:nvPr/>
          </p:nvSpPr>
          <p:spPr>
            <a:xfrm>
              <a:off x="4385625" y="4385875"/>
              <a:ext cx="906150" cy="932600"/>
            </a:xfrm>
            <a:custGeom>
              <a:rect b="b" l="l" r="r" t="t"/>
              <a:pathLst>
                <a:path extrusionOk="0" h="37304" w="36246">
                  <a:moveTo>
                    <a:pt x="10280" y="12844"/>
                  </a:moveTo>
                  <a:lnTo>
                    <a:pt x="22622" y="23263"/>
                  </a:lnTo>
                  <a:lnTo>
                    <a:pt x="8302" y="27581"/>
                  </a:lnTo>
                  <a:lnTo>
                    <a:pt x="10280" y="12844"/>
                  </a:lnTo>
                  <a:close/>
                  <a:moveTo>
                    <a:pt x="4987" y="1"/>
                  </a:moveTo>
                  <a:lnTo>
                    <a:pt x="0" y="37304"/>
                  </a:lnTo>
                  <a:lnTo>
                    <a:pt x="0" y="37304"/>
                  </a:lnTo>
                  <a:lnTo>
                    <a:pt x="36245" y="26383"/>
                  </a:lnTo>
                  <a:lnTo>
                    <a:pt x="498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2"/>
            <p:cNvSpPr/>
            <p:nvPr/>
          </p:nvSpPr>
          <p:spPr>
            <a:xfrm>
              <a:off x="4385625" y="4385875"/>
              <a:ext cx="906150" cy="932600"/>
            </a:xfrm>
            <a:custGeom>
              <a:rect b="b" l="l" r="r" t="t"/>
              <a:pathLst>
                <a:path extrusionOk="0" fill="none" h="37304" w="36246">
                  <a:moveTo>
                    <a:pt x="4987" y="1"/>
                  </a:moveTo>
                  <a:lnTo>
                    <a:pt x="36245" y="26383"/>
                  </a:lnTo>
                  <a:lnTo>
                    <a:pt x="0" y="37304"/>
                  </a:lnTo>
                  <a:lnTo>
                    <a:pt x="498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2"/>
            <p:cNvSpPr/>
            <p:nvPr/>
          </p:nvSpPr>
          <p:spPr>
            <a:xfrm>
              <a:off x="4593175" y="4706950"/>
              <a:ext cx="358025" cy="368475"/>
            </a:xfrm>
            <a:custGeom>
              <a:rect b="b" l="l" r="r" t="t"/>
              <a:pathLst>
                <a:path extrusionOk="0" fill="none" h="14739" w="14321">
                  <a:moveTo>
                    <a:pt x="1978" y="1"/>
                  </a:moveTo>
                  <a:lnTo>
                    <a:pt x="0" y="14738"/>
                  </a:lnTo>
                  <a:lnTo>
                    <a:pt x="14320" y="10420"/>
                  </a:lnTo>
                  <a:lnTo>
                    <a:pt x="197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2"/>
            <p:cNvSpPr/>
            <p:nvPr/>
          </p:nvSpPr>
          <p:spPr>
            <a:xfrm>
              <a:off x="4510300" y="4289775"/>
              <a:ext cx="858775" cy="755700"/>
            </a:xfrm>
            <a:custGeom>
              <a:rect b="b" l="l" r="r" t="t"/>
              <a:pathLst>
                <a:path extrusionOk="0" h="30228" w="34351">
                  <a:moveTo>
                    <a:pt x="3065" y="0"/>
                  </a:moveTo>
                  <a:lnTo>
                    <a:pt x="0" y="3845"/>
                  </a:lnTo>
                  <a:lnTo>
                    <a:pt x="31258" y="30227"/>
                  </a:lnTo>
                  <a:lnTo>
                    <a:pt x="34350" y="26383"/>
                  </a:lnTo>
                  <a:lnTo>
                    <a:pt x="30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4" name="Google Shape;1954;p32"/>
          <p:cNvGrpSpPr/>
          <p:nvPr/>
        </p:nvGrpSpPr>
        <p:grpSpPr>
          <a:xfrm>
            <a:off x="8088925" y="160725"/>
            <a:ext cx="378900" cy="472250"/>
            <a:chOff x="2459875" y="3181675"/>
            <a:chExt cx="378900" cy="472250"/>
          </a:xfrm>
        </p:grpSpPr>
        <p:sp>
          <p:nvSpPr>
            <p:cNvPr id="1955" name="Google Shape;1955;p32"/>
            <p:cNvSpPr/>
            <p:nvPr/>
          </p:nvSpPr>
          <p:spPr>
            <a:xfrm>
              <a:off x="2459875" y="3188650"/>
              <a:ext cx="289050" cy="465275"/>
            </a:xfrm>
            <a:custGeom>
              <a:rect b="b" l="l" r="r" t="t"/>
              <a:pathLst>
                <a:path extrusionOk="0" h="18611" w="11562">
                  <a:moveTo>
                    <a:pt x="0" y="0"/>
                  </a:moveTo>
                  <a:lnTo>
                    <a:pt x="530" y="18610"/>
                  </a:lnTo>
                  <a:lnTo>
                    <a:pt x="11562" y="9500"/>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2"/>
            <p:cNvSpPr/>
            <p:nvPr/>
          </p:nvSpPr>
          <p:spPr>
            <a:xfrm>
              <a:off x="2459875" y="3181675"/>
              <a:ext cx="378900" cy="244500"/>
            </a:xfrm>
            <a:custGeom>
              <a:rect b="b" l="l" r="r" t="t"/>
              <a:pathLst>
                <a:path extrusionOk="0" h="9780" w="15156">
                  <a:moveTo>
                    <a:pt x="3594" y="1"/>
                  </a:moveTo>
                  <a:lnTo>
                    <a:pt x="0" y="279"/>
                  </a:lnTo>
                  <a:lnTo>
                    <a:pt x="11562" y="9779"/>
                  </a:lnTo>
                  <a:lnTo>
                    <a:pt x="15156" y="9529"/>
                  </a:lnTo>
                  <a:lnTo>
                    <a:pt x="3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2"/>
            <p:cNvSpPr/>
            <p:nvPr/>
          </p:nvSpPr>
          <p:spPr>
            <a:xfrm>
              <a:off x="2473100" y="3419875"/>
              <a:ext cx="365675" cy="234050"/>
            </a:xfrm>
            <a:custGeom>
              <a:rect b="b" l="l" r="r" t="t"/>
              <a:pathLst>
                <a:path extrusionOk="0" h="9362" w="14627">
                  <a:moveTo>
                    <a:pt x="14627" y="1"/>
                  </a:moveTo>
                  <a:lnTo>
                    <a:pt x="11033" y="251"/>
                  </a:lnTo>
                  <a:lnTo>
                    <a:pt x="1" y="9361"/>
                  </a:lnTo>
                  <a:lnTo>
                    <a:pt x="3594" y="9110"/>
                  </a:lnTo>
                  <a:lnTo>
                    <a:pt x="1462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8" name="Google Shape;1958;p32"/>
          <p:cNvSpPr/>
          <p:nvPr/>
        </p:nvSpPr>
        <p:spPr>
          <a:xfrm rot="-1005388">
            <a:off x="8498474" y="61572"/>
            <a:ext cx="489066" cy="422258"/>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9" name="Google Shape;1959;p32"/>
          <p:cNvGrpSpPr/>
          <p:nvPr/>
        </p:nvGrpSpPr>
        <p:grpSpPr>
          <a:xfrm rot="-1205478">
            <a:off x="-336245" y="3016595"/>
            <a:ext cx="2289137" cy="3059674"/>
            <a:chOff x="2215325" y="2417050"/>
            <a:chExt cx="2289250" cy="3059825"/>
          </a:xfrm>
        </p:grpSpPr>
        <p:sp>
          <p:nvSpPr>
            <p:cNvPr id="1960" name="Google Shape;1960;p32"/>
            <p:cNvSpPr/>
            <p:nvPr/>
          </p:nvSpPr>
          <p:spPr>
            <a:xfrm>
              <a:off x="3038950" y="2525450"/>
              <a:ext cx="1387250" cy="2515000"/>
            </a:xfrm>
            <a:custGeom>
              <a:rect b="b" l="l" r="r" t="t"/>
              <a:pathLst>
                <a:path extrusionOk="0" h="100600" w="55490">
                  <a:moveTo>
                    <a:pt x="7828" y="31688"/>
                  </a:moveTo>
                  <a:lnTo>
                    <a:pt x="4768" y="53538"/>
                  </a:lnTo>
                  <a:lnTo>
                    <a:pt x="4937" y="53501"/>
                  </a:lnTo>
                  <a:lnTo>
                    <a:pt x="5106" y="53501"/>
                  </a:lnTo>
                  <a:lnTo>
                    <a:pt x="8147" y="31725"/>
                  </a:lnTo>
                  <a:lnTo>
                    <a:pt x="7978" y="31725"/>
                  </a:lnTo>
                  <a:lnTo>
                    <a:pt x="7828" y="31688"/>
                  </a:lnTo>
                  <a:close/>
                  <a:moveTo>
                    <a:pt x="9592" y="31369"/>
                  </a:moveTo>
                  <a:lnTo>
                    <a:pt x="9442" y="31444"/>
                  </a:lnTo>
                  <a:lnTo>
                    <a:pt x="9292" y="31519"/>
                  </a:lnTo>
                  <a:lnTo>
                    <a:pt x="31987" y="72836"/>
                  </a:lnTo>
                  <a:lnTo>
                    <a:pt x="32118" y="72723"/>
                  </a:lnTo>
                  <a:lnTo>
                    <a:pt x="32250" y="72629"/>
                  </a:lnTo>
                  <a:lnTo>
                    <a:pt x="9592" y="31369"/>
                  </a:lnTo>
                  <a:close/>
                  <a:moveTo>
                    <a:pt x="7133" y="57180"/>
                  </a:moveTo>
                  <a:lnTo>
                    <a:pt x="7039" y="57311"/>
                  </a:lnTo>
                  <a:lnTo>
                    <a:pt x="6946" y="57443"/>
                  </a:lnTo>
                  <a:lnTo>
                    <a:pt x="31368" y="73718"/>
                  </a:lnTo>
                  <a:lnTo>
                    <a:pt x="31443" y="73568"/>
                  </a:lnTo>
                  <a:lnTo>
                    <a:pt x="31518" y="73418"/>
                  </a:lnTo>
                  <a:lnTo>
                    <a:pt x="7133" y="57180"/>
                  </a:lnTo>
                  <a:close/>
                  <a:moveTo>
                    <a:pt x="282" y="1"/>
                  </a:moveTo>
                  <a:lnTo>
                    <a:pt x="150" y="95"/>
                  </a:lnTo>
                  <a:lnTo>
                    <a:pt x="0" y="170"/>
                  </a:lnTo>
                  <a:lnTo>
                    <a:pt x="55170" y="100599"/>
                  </a:lnTo>
                  <a:lnTo>
                    <a:pt x="55320" y="100524"/>
                  </a:lnTo>
                  <a:lnTo>
                    <a:pt x="55489" y="100468"/>
                  </a:lnTo>
                  <a:lnTo>
                    <a:pt x="2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2"/>
            <p:cNvSpPr/>
            <p:nvPr/>
          </p:nvSpPr>
          <p:spPr>
            <a:xfrm>
              <a:off x="3212575" y="3954925"/>
              <a:ext cx="614325" cy="413475"/>
            </a:xfrm>
            <a:custGeom>
              <a:rect b="b" l="l" r="r" t="t"/>
              <a:pathLst>
                <a:path extrusionOk="0" fill="none" h="16539" w="24573">
                  <a:moveTo>
                    <a:pt x="188" y="1"/>
                  </a:moveTo>
                  <a:lnTo>
                    <a:pt x="188" y="1"/>
                  </a:lnTo>
                  <a:lnTo>
                    <a:pt x="94" y="132"/>
                  </a:lnTo>
                  <a:lnTo>
                    <a:pt x="1" y="264"/>
                  </a:lnTo>
                  <a:lnTo>
                    <a:pt x="24423" y="16539"/>
                  </a:lnTo>
                  <a:lnTo>
                    <a:pt x="24423" y="16539"/>
                  </a:lnTo>
                  <a:lnTo>
                    <a:pt x="24498" y="16389"/>
                  </a:lnTo>
                  <a:lnTo>
                    <a:pt x="24573" y="16239"/>
                  </a:lnTo>
                  <a:lnTo>
                    <a:pt x="188"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2"/>
            <p:cNvSpPr/>
            <p:nvPr/>
          </p:nvSpPr>
          <p:spPr>
            <a:xfrm>
              <a:off x="3158150" y="3317625"/>
              <a:ext cx="84475" cy="546300"/>
            </a:xfrm>
            <a:custGeom>
              <a:rect b="b" l="l" r="r" t="t"/>
              <a:pathLst>
                <a:path extrusionOk="0" fill="none" h="21852" w="3379">
                  <a:moveTo>
                    <a:pt x="3060" y="1"/>
                  </a:moveTo>
                  <a:lnTo>
                    <a:pt x="0" y="21851"/>
                  </a:lnTo>
                  <a:lnTo>
                    <a:pt x="0" y="21851"/>
                  </a:lnTo>
                  <a:lnTo>
                    <a:pt x="169" y="21814"/>
                  </a:lnTo>
                  <a:lnTo>
                    <a:pt x="338" y="21814"/>
                  </a:lnTo>
                  <a:lnTo>
                    <a:pt x="3379" y="38"/>
                  </a:lnTo>
                  <a:lnTo>
                    <a:pt x="3379" y="38"/>
                  </a:lnTo>
                  <a:lnTo>
                    <a:pt x="3210" y="38"/>
                  </a:lnTo>
                  <a:lnTo>
                    <a:pt x="306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2"/>
            <p:cNvSpPr/>
            <p:nvPr/>
          </p:nvSpPr>
          <p:spPr>
            <a:xfrm>
              <a:off x="3271250" y="3309650"/>
              <a:ext cx="573950" cy="1036700"/>
            </a:xfrm>
            <a:custGeom>
              <a:rect b="b" l="l" r="r" t="t"/>
              <a:pathLst>
                <a:path extrusionOk="0" fill="none" h="41468" w="22958">
                  <a:moveTo>
                    <a:pt x="300" y="1"/>
                  </a:moveTo>
                  <a:lnTo>
                    <a:pt x="300" y="1"/>
                  </a:lnTo>
                  <a:lnTo>
                    <a:pt x="150" y="76"/>
                  </a:lnTo>
                  <a:lnTo>
                    <a:pt x="0" y="151"/>
                  </a:lnTo>
                  <a:lnTo>
                    <a:pt x="22695" y="41468"/>
                  </a:lnTo>
                  <a:lnTo>
                    <a:pt x="22695" y="41468"/>
                  </a:lnTo>
                  <a:lnTo>
                    <a:pt x="22826" y="41355"/>
                  </a:lnTo>
                  <a:lnTo>
                    <a:pt x="22958" y="41261"/>
                  </a:lnTo>
                  <a:lnTo>
                    <a:pt x="300"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2"/>
            <p:cNvSpPr/>
            <p:nvPr/>
          </p:nvSpPr>
          <p:spPr>
            <a:xfrm>
              <a:off x="3038950" y="2525450"/>
              <a:ext cx="1387250" cy="2515000"/>
            </a:xfrm>
            <a:custGeom>
              <a:rect b="b" l="l" r="r" t="t"/>
              <a:pathLst>
                <a:path extrusionOk="0" fill="none" h="100600" w="55490">
                  <a:moveTo>
                    <a:pt x="282" y="1"/>
                  </a:moveTo>
                  <a:lnTo>
                    <a:pt x="282" y="1"/>
                  </a:lnTo>
                  <a:lnTo>
                    <a:pt x="150" y="95"/>
                  </a:lnTo>
                  <a:lnTo>
                    <a:pt x="0" y="170"/>
                  </a:lnTo>
                  <a:lnTo>
                    <a:pt x="55170" y="100599"/>
                  </a:lnTo>
                  <a:lnTo>
                    <a:pt x="55170" y="100599"/>
                  </a:lnTo>
                  <a:lnTo>
                    <a:pt x="55320" y="100524"/>
                  </a:lnTo>
                  <a:lnTo>
                    <a:pt x="55489" y="100468"/>
                  </a:lnTo>
                  <a:lnTo>
                    <a:pt x="282"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2"/>
            <p:cNvSpPr/>
            <p:nvPr/>
          </p:nvSpPr>
          <p:spPr>
            <a:xfrm>
              <a:off x="2320925" y="4032375"/>
              <a:ext cx="2083675" cy="1359575"/>
            </a:xfrm>
            <a:custGeom>
              <a:rect b="b" l="l" r="r" t="t"/>
              <a:pathLst>
                <a:path extrusionOk="0" h="54383" w="83347">
                  <a:moveTo>
                    <a:pt x="21607" y="0"/>
                  </a:moveTo>
                  <a:lnTo>
                    <a:pt x="21513" y="132"/>
                  </a:lnTo>
                  <a:lnTo>
                    <a:pt x="21381" y="244"/>
                  </a:lnTo>
                  <a:lnTo>
                    <a:pt x="82934" y="41242"/>
                  </a:lnTo>
                  <a:lnTo>
                    <a:pt x="83028" y="41111"/>
                  </a:lnTo>
                  <a:lnTo>
                    <a:pt x="83122" y="40960"/>
                  </a:lnTo>
                  <a:lnTo>
                    <a:pt x="21607" y="0"/>
                  </a:lnTo>
                  <a:close/>
                  <a:moveTo>
                    <a:pt x="188" y="12502"/>
                  </a:moveTo>
                  <a:lnTo>
                    <a:pt x="94" y="12653"/>
                  </a:lnTo>
                  <a:lnTo>
                    <a:pt x="0" y="12784"/>
                  </a:lnTo>
                  <a:lnTo>
                    <a:pt x="62172" y="54195"/>
                  </a:lnTo>
                  <a:lnTo>
                    <a:pt x="62266" y="54063"/>
                  </a:lnTo>
                  <a:lnTo>
                    <a:pt x="62360" y="53932"/>
                  </a:lnTo>
                  <a:lnTo>
                    <a:pt x="188" y="12502"/>
                  </a:lnTo>
                  <a:close/>
                  <a:moveTo>
                    <a:pt x="83122" y="43833"/>
                  </a:moveTo>
                  <a:lnTo>
                    <a:pt x="66133" y="54101"/>
                  </a:lnTo>
                  <a:lnTo>
                    <a:pt x="66227" y="54232"/>
                  </a:lnTo>
                  <a:lnTo>
                    <a:pt x="66302" y="54382"/>
                  </a:lnTo>
                  <a:lnTo>
                    <a:pt x="83347" y="44095"/>
                  </a:lnTo>
                  <a:lnTo>
                    <a:pt x="83215" y="43964"/>
                  </a:lnTo>
                  <a:lnTo>
                    <a:pt x="83122" y="43833"/>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2"/>
            <p:cNvSpPr/>
            <p:nvPr/>
          </p:nvSpPr>
          <p:spPr>
            <a:xfrm>
              <a:off x="3974250" y="5128175"/>
              <a:ext cx="430350" cy="263775"/>
            </a:xfrm>
            <a:custGeom>
              <a:rect b="b" l="l" r="r" t="t"/>
              <a:pathLst>
                <a:path extrusionOk="0" fill="none" h="10551" w="17214">
                  <a:moveTo>
                    <a:pt x="16989" y="1"/>
                  </a:moveTo>
                  <a:lnTo>
                    <a:pt x="0" y="10269"/>
                  </a:lnTo>
                  <a:lnTo>
                    <a:pt x="0" y="10269"/>
                  </a:lnTo>
                  <a:lnTo>
                    <a:pt x="94" y="10400"/>
                  </a:lnTo>
                  <a:lnTo>
                    <a:pt x="169" y="10550"/>
                  </a:lnTo>
                  <a:lnTo>
                    <a:pt x="17214" y="263"/>
                  </a:lnTo>
                  <a:lnTo>
                    <a:pt x="17214" y="263"/>
                  </a:lnTo>
                  <a:lnTo>
                    <a:pt x="17082" y="132"/>
                  </a:lnTo>
                  <a:lnTo>
                    <a:pt x="16989"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2"/>
            <p:cNvSpPr/>
            <p:nvPr/>
          </p:nvSpPr>
          <p:spPr>
            <a:xfrm>
              <a:off x="2320925" y="4344925"/>
              <a:ext cx="1559000" cy="1042325"/>
            </a:xfrm>
            <a:custGeom>
              <a:rect b="b" l="l" r="r" t="t"/>
              <a:pathLst>
                <a:path extrusionOk="0" fill="none" h="41693" w="62360">
                  <a:moveTo>
                    <a:pt x="188" y="0"/>
                  </a:moveTo>
                  <a:lnTo>
                    <a:pt x="188" y="0"/>
                  </a:lnTo>
                  <a:lnTo>
                    <a:pt x="94" y="151"/>
                  </a:lnTo>
                  <a:lnTo>
                    <a:pt x="0" y="282"/>
                  </a:lnTo>
                  <a:lnTo>
                    <a:pt x="62172" y="41693"/>
                  </a:lnTo>
                  <a:lnTo>
                    <a:pt x="62172" y="41693"/>
                  </a:lnTo>
                  <a:lnTo>
                    <a:pt x="62266" y="41561"/>
                  </a:lnTo>
                  <a:lnTo>
                    <a:pt x="62360" y="41430"/>
                  </a:lnTo>
                  <a:lnTo>
                    <a:pt x="188"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2"/>
            <p:cNvSpPr/>
            <p:nvPr/>
          </p:nvSpPr>
          <p:spPr>
            <a:xfrm>
              <a:off x="2855450" y="4032375"/>
              <a:ext cx="1543525" cy="1031075"/>
            </a:xfrm>
            <a:custGeom>
              <a:rect b="b" l="l" r="r" t="t"/>
              <a:pathLst>
                <a:path extrusionOk="0" fill="none" h="41243" w="61741">
                  <a:moveTo>
                    <a:pt x="226" y="0"/>
                  </a:moveTo>
                  <a:lnTo>
                    <a:pt x="226" y="0"/>
                  </a:lnTo>
                  <a:lnTo>
                    <a:pt x="132" y="132"/>
                  </a:lnTo>
                  <a:lnTo>
                    <a:pt x="0" y="244"/>
                  </a:lnTo>
                  <a:lnTo>
                    <a:pt x="61553" y="41242"/>
                  </a:lnTo>
                  <a:lnTo>
                    <a:pt x="61553" y="41242"/>
                  </a:lnTo>
                  <a:lnTo>
                    <a:pt x="61647" y="41111"/>
                  </a:lnTo>
                  <a:lnTo>
                    <a:pt x="61741" y="40960"/>
                  </a:lnTo>
                  <a:lnTo>
                    <a:pt x="22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2"/>
            <p:cNvSpPr/>
            <p:nvPr/>
          </p:nvSpPr>
          <p:spPr>
            <a:xfrm>
              <a:off x="2278675" y="2502925"/>
              <a:ext cx="731650" cy="1786175"/>
            </a:xfrm>
            <a:custGeom>
              <a:rect b="b" l="l" r="r" t="t"/>
              <a:pathLst>
                <a:path extrusionOk="0" h="71447" w="29266">
                  <a:moveTo>
                    <a:pt x="27332" y="1"/>
                  </a:moveTo>
                  <a:lnTo>
                    <a:pt x="10269" y="10307"/>
                  </a:lnTo>
                  <a:lnTo>
                    <a:pt x="10344" y="10438"/>
                  </a:lnTo>
                  <a:lnTo>
                    <a:pt x="10438" y="10588"/>
                  </a:lnTo>
                  <a:lnTo>
                    <a:pt x="27501" y="282"/>
                  </a:lnTo>
                  <a:lnTo>
                    <a:pt x="27408" y="151"/>
                  </a:lnTo>
                  <a:lnTo>
                    <a:pt x="27332" y="1"/>
                  </a:lnTo>
                  <a:close/>
                  <a:moveTo>
                    <a:pt x="28928" y="1240"/>
                  </a:moveTo>
                  <a:lnTo>
                    <a:pt x="21081" y="57386"/>
                  </a:lnTo>
                  <a:lnTo>
                    <a:pt x="21250" y="57368"/>
                  </a:lnTo>
                  <a:lnTo>
                    <a:pt x="21419" y="57349"/>
                  </a:lnTo>
                  <a:lnTo>
                    <a:pt x="29266" y="1277"/>
                  </a:lnTo>
                  <a:lnTo>
                    <a:pt x="29097" y="1259"/>
                  </a:lnTo>
                  <a:lnTo>
                    <a:pt x="28928" y="1240"/>
                  </a:lnTo>
                  <a:close/>
                  <a:moveTo>
                    <a:pt x="7847" y="13967"/>
                  </a:moveTo>
                  <a:lnTo>
                    <a:pt x="1" y="70170"/>
                  </a:lnTo>
                  <a:lnTo>
                    <a:pt x="151" y="70189"/>
                  </a:lnTo>
                  <a:lnTo>
                    <a:pt x="320" y="70208"/>
                  </a:lnTo>
                  <a:lnTo>
                    <a:pt x="8167" y="14005"/>
                  </a:lnTo>
                  <a:lnTo>
                    <a:pt x="8016" y="14005"/>
                  </a:lnTo>
                  <a:lnTo>
                    <a:pt x="7847" y="13967"/>
                  </a:lnTo>
                  <a:close/>
                  <a:moveTo>
                    <a:pt x="19261" y="60596"/>
                  </a:moveTo>
                  <a:lnTo>
                    <a:pt x="1765" y="71165"/>
                  </a:lnTo>
                  <a:lnTo>
                    <a:pt x="1840" y="71296"/>
                  </a:lnTo>
                  <a:lnTo>
                    <a:pt x="1934" y="71446"/>
                  </a:lnTo>
                  <a:lnTo>
                    <a:pt x="19411" y="60897"/>
                  </a:lnTo>
                  <a:lnTo>
                    <a:pt x="19336" y="60747"/>
                  </a:lnTo>
                  <a:lnTo>
                    <a:pt x="19261" y="6059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2"/>
            <p:cNvSpPr/>
            <p:nvPr/>
          </p:nvSpPr>
          <p:spPr>
            <a:xfrm>
              <a:off x="2322800" y="4017825"/>
              <a:ext cx="441150" cy="271275"/>
            </a:xfrm>
            <a:custGeom>
              <a:rect b="b" l="l" r="r" t="t"/>
              <a:pathLst>
                <a:path extrusionOk="0" fill="none" h="10851" w="17646">
                  <a:moveTo>
                    <a:pt x="17496" y="0"/>
                  </a:moveTo>
                  <a:lnTo>
                    <a:pt x="0" y="10569"/>
                  </a:lnTo>
                  <a:lnTo>
                    <a:pt x="0" y="10569"/>
                  </a:lnTo>
                  <a:lnTo>
                    <a:pt x="75" y="10700"/>
                  </a:lnTo>
                  <a:lnTo>
                    <a:pt x="169" y="10850"/>
                  </a:lnTo>
                  <a:lnTo>
                    <a:pt x="17646" y="301"/>
                  </a:lnTo>
                  <a:lnTo>
                    <a:pt x="17646" y="301"/>
                  </a:lnTo>
                  <a:lnTo>
                    <a:pt x="17571" y="151"/>
                  </a:lnTo>
                  <a:lnTo>
                    <a:pt x="1749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2"/>
            <p:cNvSpPr/>
            <p:nvPr/>
          </p:nvSpPr>
          <p:spPr>
            <a:xfrm>
              <a:off x="2278675" y="2852100"/>
              <a:ext cx="204175" cy="1406025"/>
            </a:xfrm>
            <a:custGeom>
              <a:rect b="b" l="l" r="r" t="t"/>
              <a:pathLst>
                <a:path extrusionOk="0" fill="none" h="56241" w="8167">
                  <a:moveTo>
                    <a:pt x="7847" y="0"/>
                  </a:moveTo>
                  <a:lnTo>
                    <a:pt x="1" y="56203"/>
                  </a:lnTo>
                  <a:lnTo>
                    <a:pt x="1" y="56203"/>
                  </a:lnTo>
                  <a:lnTo>
                    <a:pt x="151" y="56222"/>
                  </a:lnTo>
                  <a:lnTo>
                    <a:pt x="320" y="56241"/>
                  </a:lnTo>
                  <a:lnTo>
                    <a:pt x="8167" y="38"/>
                  </a:lnTo>
                  <a:lnTo>
                    <a:pt x="8167" y="38"/>
                  </a:lnTo>
                  <a:lnTo>
                    <a:pt x="8016" y="38"/>
                  </a:lnTo>
                  <a:lnTo>
                    <a:pt x="7847"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2"/>
            <p:cNvSpPr/>
            <p:nvPr/>
          </p:nvSpPr>
          <p:spPr>
            <a:xfrm>
              <a:off x="2805700" y="2533900"/>
              <a:ext cx="204625" cy="1403700"/>
            </a:xfrm>
            <a:custGeom>
              <a:rect b="b" l="l" r="r" t="t"/>
              <a:pathLst>
                <a:path extrusionOk="0" fill="none" h="56148" w="8185">
                  <a:moveTo>
                    <a:pt x="7847" y="1"/>
                  </a:moveTo>
                  <a:lnTo>
                    <a:pt x="0" y="56147"/>
                  </a:lnTo>
                  <a:lnTo>
                    <a:pt x="0" y="56147"/>
                  </a:lnTo>
                  <a:lnTo>
                    <a:pt x="169" y="56129"/>
                  </a:lnTo>
                  <a:lnTo>
                    <a:pt x="338" y="56110"/>
                  </a:lnTo>
                  <a:lnTo>
                    <a:pt x="8185" y="38"/>
                  </a:lnTo>
                  <a:lnTo>
                    <a:pt x="8185" y="38"/>
                  </a:lnTo>
                  <a:lnTo>
                    <a:pt x="8016" y="20"/>
                  </a:lnTo>
                  <a:lnTo>
                    <a:pt x="7847"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2"/>
            <p:cNvSpPr/>
            <p:nvPr/>
          </p:nvSpPr>
          <p:spPr>
            <a:xfrm>
              <a:off x="2535375" y="2502925"/>
              <a:ext cx="430850" cy="264725"/>
            </a:xfrm>
            <a:custGeom>
              <a:rect b="b" l="l" r="r" t="t"/>
              <a:pathLst>
                <a:path extrusionOk="0" fill="none" h="10589" w="17234">
                  <a:moveTo>
                    <a:pt x="17064" y="1"/>
                  </a:moveTo>
                  <a:lnTo>
                    <a:pt x="1" y="10307"/>
                  </a:lnTo>
                  <a:lnTo>
                    <a:pt x="1" y="10307"/>
                  </a:lnTo>
                  <a:lnTo>
                    <a:pt x="76" y="10438"/>
                  </a:lnTo>
                  <a:lnTo>
                    <a:pt x="170" y="10588"/>
                  </a:lnTo>
                  <a:lnTo>
                    <a:pt x="17233" y="282"/>
                  </a:lnTo>
                  <a:lnTo>
                    <a:pt x="17233" y="282"/>
                  </a:lnTo>
                  <a:lnTo>
                    <a:pt x="17140" y="151"/>
                  </a:lnTo>
                  <a:lnTo>
                    <a:pt x="17064"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2"/>
            <p:cNvSpPr/>
            <p:nvPr/>
          </p:nvSpPr>
          <p:spPr>
            <a:xfrm>
              <a:off x="2755950" y="3936625"/>
              <a:ext cx="118300" cy="118300"/>
            </a:xfrm>
            <a:custGeom>
              <a:rect b="b" l="l" r="r" t="t"/>
              <a:pathLst>
                <a:path extrusionOk="0" h="4732" w="4732">
                  <a:moveTo>
                    <a:pt x="2328" y="1"/>
                  </a:moveTo>
                  <a:lnTo>
                    <a:pt x="2159" y="20"/>
                  </a:lnTo>
                  <a:lnTo>
                    <a:pt x="1990" y="38"/>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113" y="3042"/>
                  </a:lnTo>
                  <a:lnTo>
                    <a:pt x="170" y="3248"/>
                  </a:lnTo>
                  <a:lnTo>
                    <a:pt x="245" y="3399"/>
                  </a:lnTo>
                  <a:lnTo>
                    <a:pt x="320" y="3549"/>
                  </a:lnTo>
                  <a:lnTo>
                    <a:pt x="489" y="3793"/>
                  </a:lnTo>
                  <a:lnTo>
                    <a:pt x="695" y="4037"/>
                  </a:lnTo>
                  <a:lnTo>
                    <a:pt x="920" y="4225"/>
                  </a:lnTo>
                  <a:lnTo>
                    <a:pt x="1183" y="4412"/>
                  </a:lnTo>
                  <a:lnTo>
                    <a:pt x="1446" y="4544"/>
                  </a:lnTo>
                  <a:lnTo>
                    <a:pt x="1746" y="4637"/>
                  </a:lnTo>
                  <a:lnTo>
                    <a:pt x="2047" y="4713"/>
                  </a:lnTo>
                  <a:lnTo>
                    <a:pt x="2366" y="4731"/>
                  </a:lnTo>
                  <a:lnTo>
                    <a:pt x="2591" y="4713"/>
                  </a:lnTo>
                  <a:lnTo>
                    <a:pt x="2816" y="4675"/>
                  </a:lnTo>
                  <a:lnTo>
                    <a:pt x="2985" y="4637"/>
                  </a:lnTo>
                  <a:lnTo>
                    <a:pt x="3154" y="4581"/>
                  </a:lnTo>
                  <a:lnTo>
                    <a:pt x="3305" y="4525"/>
                  </a:lnTo>
                  <a:lnTo>
                    <a:pt x="3455" y="4450"/>
                  </a:lnTo>
                  <a:lnTo>
                    <a:pt x="3605" y="4375"/>
                  </a:lnTo>
                  <a:lnTo>
                    <a:pt x="3736" y="4281"/>
                  </a:lnTo>
                  <a:lnTo>
                    <a:pt x="3868" y="4187"/>
                  </a:lnTo>
                  <a:lnTo>
                    <a:pt x="3980" y="4074"/>
                  </a:lnTo>
                  <a:lnTo>
                    <a:pt x="4112" y="3962"/>
                  </a:lnTo>
                  <a:lnTo>
                    <a:pt x="4206" y="3830"/>
                  </a:lnTo>
                  <a:lnTo>
                    <a:pt x="4356" y="3624"/>
                  </a:lnTo>
                  <a:lnTo>
                    <a:pt x="4487" y="3417"/>
                  </a:lnTo>
                  <a:lnTo>
                    <a:pt x="4581" y="3173"/>
                  </a:lnTo>
                  <a:lnTo>
                    <a:pt x="4656" y="2948"/>
                  </a:lnTo>
                  <a:lnTo>
                    <a:pt x="4694" y="2685"/>
                  </a:lnTo>
                  <a:lnTo>
                    <a:pt x="4731" y="2441"/>
                  </a:lnTo>
                  <a:lnTo>
                    <a:pt x="4712" y="2178"/>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2"/>
            <p:cNvSpPr/>
            <p:nvPr/>
          </p:nvSpPr>
          <p:spPr>
            <a:xfrm>
              <a:off x="2755950" y="3936625"/>
              <a:ext cx="118300" cy="118300"/>
            </a:xfrm>
            <a:custGeom>
              <a:rect b="b" l="l" r="r" t="t"/>
              <a:pathLst>
                <a:path extrusionOk="0" fill="none" h="4732" w="4732">
                  <a:moveTo>
                    <a:pt x="2366" y="1"/>
                  </a:moveTo>
                  <a:lnTo>
                    <a:pt x="2366" y="1"/>
                  </a:lnTo>
                  <a:lnTo>
                    <a:pt x="2328" y="1"/>
                  </a:lnTo>
                  <a:lnTo>
                    <a:pt x="2328" y="1"/>
                  </a:lnTo>
                  <a:lnTo>
                    <a:pt x="2159" y="20"/>
                  </a:lnTo>
                  <a:lnTo>
                    <a:pt x="1990" y="38"/>
                  </a:lnTo>
                  <a:lnTo>
                    <a:pt x="1990" y="38"/>
                  </a:lnTo>
                  <a:lnTo>
                    <a:pt x="1915" y="57"/>
                  </a:lnTo>
                  <a:lnTo>
                    <a:pt x="1915" y="57"/>
                  </a:lnTo>
                  <a:lnTo>
                    <a:pt x="1671" y="113"/>
                  </a:lnTo>
                  <a:lnTo>
                    <a:pt x="1446" y="189"/>
                  </a:lnTo>
                  <a:lnTo>
                    <a:pt x="1240" y="301"/>
                  </a:lnTo>
                  <a:lnTo>
                    <a:pt x="1052" y="414"/>
                  </a:lnTo>
                  <a:lnTo>
                    <a:pt x="864" y="545"/>
                  </a:lnTo>
                  <a:lnTo>
                    <a:pt x="695" y="714"/>
                  </a:lnTo>
                  <a:lnTo>
                    <a:pt x="545" y="883"/>
                  </a:lnTo>
                  <a:lnTo>
                    <a:pt x="414" y="1052"/>
                  </a:lnTo>
                  <a:lnTo>
                    <a:pt x="282" y="1259"/>
                  </a:lnTo>
                  <a:lnTo>
                    <a:pt x="188" y="1446"/>
                  </a:lnTo>
                  <a:lnTo>
                    <a:pt x="113" y="1672"/>
                  </a:lnTo>
                  <a:lnTo>
                    <a:pt x="57" y="1897"/>
                  </a:lnTo>
                  <a:lnTo>
                    <a:pt x="19" y="2122"/>
                  </a:lnTo>
                  <a:lnTo>
                    <a:pt x="1" y="2347"/>
                  </a:lnTo>
                  <a:lnTo>
                    <a:pt x="19" y="2591"/>
                  </a:lnTo>
                  <a:lnTo>
                    <a:pt x="57" y="2817"/>
                  </a:lnTo>
                  <a:lnTo>
                    <a:pt x="57" y="2817"/>
                  </a:lnTo>
                  <a:lnTo>
                    <a:pt x="113" y="3042"/>
                  </a:lnTo>
                  <a:lnTo>
                    <a:pt x="170" y="3248"/>
                  </a:lnTo>
                  <a:lnTo>
                    <a:pt x="170" y="3248"/>
                  </a:lnTo>
                  <a:lnTo>
                    <a:pt x="245" y="3399"/>
                  </a:lnTo>
                  <a:lnTo>
                    <a:pt x="320" y="3549"/>
                  </a:lnTo>
                  <a:lnTo>
                    <a:pt x="320" y="3549"/>
                  </a:lnTo>
                  <a:lnTo>
                    <a:pt x="489" y="3793"/>
                  </a:lnTo>
                  <a:lnTo>
                    <a:pt x="695" y="4037"/>
                  </a:lnTo>
                  <a:lnTo>
                    <a:pt x="920" y="4225"/>
                  </a:lnTo>
                  <a:lnTo>
                    <a:pt x="1183" y="4412"/>
                  </a:lnTo>
                  <a:lnTo>
                    <a:pt x="1446" y="4544"/>
                  </a:lnTo>
                  <a:lnTo>
                    <a:pt x="1746" y="4637"/>
                  </a:lnTo>
                  <a:lnTo>
                    <a:pt x="2047" y="4713"/>
                  </a:lnTo>
                  <a:lnTo>
                    <a:pt x="2366" y="4731"/>
                  </a:lnTo>
                  <a:lnTo>
                    <a:pt x="2366" y="4731"/>
                  </a:lnTo>
                  <a:lnTo>
                    <a:pt x="2591" y="4713"/>
                  </a:lnTo>
                  <a:lnTo>
                    <a:pt x="2816" y="4675"/>
                  </a:lnTo>
                  <a:lnTo>
                    <a:pt x="2816" y="4675"/>
                  </a:lnTo>
                  <a:lnTo>
                    <a:pt x="2985" y="4637"/>
                  </a:lnTo>
                  <a:lnTo>
                    <a:pt x="3154" y="4581"/>
                  </a:lnTo>
                  <a:lnTo>
                    <a:pt x="3305" y="4525"/>
                  </a:lnTo>
                  <a:lnTo>
                    <a:pt x="3455" y="4450"/>
                  </a:lnTo>
                  <a:lnTo>
                    <a:pt x="3605" y="4375"/>
                  </a:lnTo>
                  <a:lnTo>
                    <a:pt x="3736" y="4281"/>
                  </a:lnTo>
                  <a:lnTo>
                    <a:pt x="3868" y="4187"/>
                  </a:lnTo>
                  <a:lnTo>
                    <a:pt x="3980" y="4074"/>
                  </a:lnTo>
                  <a:lnTo>
                    <a:pt x="3980" y="4074"/>
                  </a:lnTo>
                  <a:lnTo>
                    <a:pt x="4112" y="3962"/>
                  </a:lnTo>
                  <a:lnTo>
                    <a:pt x="4206" y="3830"/>
                  </a:lnTo>
                  <a:lnTo>
                    <a:pt x="4206" y="3830"/>
                  </a:lnTo>
                  <a:lnTo>
                    <a:pt x="4356" y="3624"/>
                  </a:lnTo>
                  <a:lnTo>
                    <a:pt x="4487" y="3417"/>
                  </a:lnTo>
                  <a:lnTo>
                    <a:pt x="4581" y="3173"/>
                  </a:lnTo>
                  <a:lnTo>
                    <a:pt x="4656" y="2948"/>
                  </a:lnTo>
                  <a:lnTo>
                    <a:pt x="4694" y="2685"/>
                  </a:lnTo>
                  <a:lnTo>
                    <a:pt x="4731" y="2441"/>
                  </a:lnTo>
                  <a:lnTo>
                    <a:pt x="4712" y="2178"/>
                  </a:lnTo>
                  <a:lnTo>
                    <a:pt x="4675" y="1916"/>
                  </a:lnTo>
                  <a:lnTo>
                    <a:pt x="4675" y="1916"/>
                  </a:lnTo>
                  <a:lnTo>
                    <a:pt x="4619" y="1709"/>
                  </a:lnTo>
                  <a:lnTo>
                    <a:pt x="4562" y="1503"/>
                  </a:lnTo>
                  <a:lnTo>
                    <a:pt x="4468" y="1315"/>
                  </a:lnTo>
                  <a:lnTo>
                    <a:pt x="4374" y="1146"/>
                  </a:lnTo>
                  <a:lnTo>
                    <a:pt x="4262" y="977"/>
                  </a:lnTo>
                  <a:lnTo>
                    <a:pt x="4149" y="808"/>
                  </a:lnTo>
                  <a:lnTo>
                    <a:pt x="3999" y="677"/>
                  </a:lnTo>
                  <a:lnTo>
                    <a:pt x="3849" y="545"/>
                  </a:lnTo>
                  <a:lnTo>
                    <a:pt x="3699" y="414"/>
                  </a:lnTo>
                  <a:lnTo>
                    <a:pt x="3530" y="320"/>
                  </a:lnTo>
                  <a:lnTo>
                    <a:pt x="3342" y="226"/>
                  </a:lnTo>
                  <a:lnTo>
                    <a:pt x="3154" y="151"/>
                  </a:lnTo>
                  <a:lnTo>
                    <a:pt x="2967" y="95"/>
                  </a:lnTo>
                  <a:lnTo>
                    <a:pt x="2779" y="38"/>
                  </a:lnTo>
                  <a:lnTo>
                    <a:pt x="2572" y="20"/>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2"/>
            <p:cNvSpPr/>
            <p:nvPr/>
          </p:nvSpPr>
          <p:spPr>
            <a:xfrm>
              <a:off x="2955400" y="2417050"/>
              <a:ext cx="117825" cy="117825"/>
            </a:xfrm>
            <a:custGeom>
              <a:rect b="b" l="l" r="r" t="t"/>
              <a:pathLst>
                <a:path extrusionOk="0" h="4713" w="4713">
                  <a:moveTo>
                    <a:pt x="2366" y="1"/>
                  </a:moveTo>
                  <a:lnTo>
                    <a:pt x="2122" y="19"/>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76" y="2985"/>
                  </a:lnTo>
                  <a:lnTo>
                    <a:pt x="132" y="3136"/>
                  </a:lnTo>
                  <a:lnTo>
                    <a:pt x="188" y="3286"/>
                  </a:lnTo>
                  <a:lnTo>
                    <a:pt x="263" y="3436"/>
                  </a:lnTo>
                  <a:lnTo>
                    <a:pt x="339" y="3586"/>
                  </a:lnTo>
                  <a:lnTo>
                    <a:pt x="432" y="3717"/>
                  </a:lnTo>
                  <a:lnTo>
                    <a:pt x="564" y="3886"/>
                  </a:lnTo>
                  <a:lnTo>
                    <a:pt x="714" y="4055"/>
                  </a:lnTo>
                  <a:lnTo>
                    <a:pt x="883" y="4206"/>
                  </a:lnTo>
                  <a:lnTo>
                    <a:pt x="1052" y="4318"/>
                  </a:lnTo>
                  <a:lnTo>
                    <a:pt x="1240" y="4431"/>
                  </a:lnTo>
                  <a:lnTo>
                    <a:pt x="1446" y="4525"/>
                  </a:lnTo>
                  <a:lnTo>
                    <a:pt x="1653" y="4619"/>
                  </a:lnTo>
                  <a:lnTo>
                    <a:pt x="1859" y="4675"/>
                  </a:lnTo>
                  <a:lnTo>
                    <a:pt x="2028" y="4694"/>
                  </a:lnTo>
                  <a:lnTo>
                    <a:pt x="2197" y="4712"/>
                  </a:lnTo>
                  <a:lnTo>
                    <a:pt x="2572" y="4712"/>
                  </a:lnTo>
                  <a:lnTo>
                    <a:pt x="2816" y="4675"/>
                  </a:lnTo>
                  <a:lnTo>
                    <a:pt x="3079" y="4600"/>
                  </a:lnTo>
                  <a:lnTo>
                    <a:pt x="3342" y="4506"/>
                  </a:lnTo>
                  <a:lnTo>
                    <a:pt x="3492" y="4431"/>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2"/>
            <p:cNvSpPr/>
            <p:nvPr/>
          </p:nvSpPr>
          <p:spPr>
            <a:xfrm>
              <a:off x="2955400" y="2417050"/>
              <a:ext cx="117825" cy="117825"/>
            </a:xfrm>
            <a:custGeom>
              <a:rect b="b" l="l" r="r" t="t"/>
              <a:pathLst>
                <a:path extrusionOk="0" fill="none" h="4713" w="4713">
                  <a:moveTo>
                    <a:pt x="2366" y="1"/>
                  </a:moveTo>
                  <a:lnTo>
                    <a:pt x="2366" y="1"/>
                  </a:lnTo>
                  <a:lnTo>
                    <a:pt x="2122" y="19"/>
                  </a:lnTo>
                  <a:lnTo>
                    <a:pt x="1897" y="38"/>
                  </a:lnTo>
                  <a:lnTo>
                    <a:pt x="1897" y="38"/>
                  </a:lnTo>
                  <a:lnTo>
                    <a:pt x="1671" y="113"/>
                  </a:lnTo>
                  <a:lnTo>
                    <a:pt x="1446" y="188"/>
                  </a:lnTo>
                  <a:lnTo>
                    <a:pt x="1221" y="282"/>
                  </a:lnTo>
                  <a:lnTo>
                    <a:pt x="1033" y="414"/>
                  </a:lnTo>
                  <a:lnTo>
                    <a:pt x="845" y="545"/>
                  </a:lnTo>
                  <a:lnTo>
                    <a:pt x="676" y="695"/>
                  </a:lnTo>
                  <a:lnTo>
                    <a:pt x="526" y="864"/>
                  </a:lnTo>
                  <a:lnTo>
                    <a:pt x="395" y="1052"/>
                  </a:lnTo>
                  <a:lnTo>
                    <a:pt x="282" y="1240"/>
                  </a:lnTo>
                  <a:lnTo>
                    <a:pt x="188" y="1446"/>
                  </a:lnTo>
                  <a:lnTo>
                    <a:pt x="95" y="1653"/>
                  </a:lnTo>
                  <a:lnTo>
                    <a:pt x="38" y="1878"/>
                  </a:lnTo>
                  <a:lnTo>
                    <a:pt x="19" y="2103"/>
                  </a:lnTo>
                  <a:lnTo>
                    <a:pt x="1" y="2347"/>
                  </a:lnTo>
                  <a:lnTo>
                    <a:pt x="1" y="2572"/>
                  </a:lnTo>
                  <a:lnTo>
                    <a:pt x="38" y="2816"/>
                  </a:lnTo>
                  <a:lnTo>
                    <a:pt x="38" y="2816"/>
                  </a:lnTo>
                  <a:lnTo>
                    <a:pt x="76" y="2985"/>
                  </a:lnTo>
                  <a:lnTo>
                    <a:pt x="132" y="3136"/>
                  </a:lnTo>
                  <a:lnTo>
                    <a:pt x="188" y="3286"/>
                  </a:lnTo>
                  <a:lnTo>
                    <a:pt x="263" y="3436"/>
                  </a:lnTo>
                  <a:lnTo>
                    <a:pt x="263" y="3436"/>
                  </a:lnTo>
                  <a:lnTo>
                    <a:pt x="339" y="3586"/>
                  </a:lnTo>
                  <a:lnTo>
                    <a:pt x="432" y="3717"/>
                  </a:lnTo>
                  <a:lnTo>
                    <a:pt x="432" y="3717"/>
                  </a:lnTo>
                  <a:lnTo>
                    <a:pt x="564" y="3886"/>
                  </a:lnTo>
                  <a:lnTo>
                    <a:pt x="714" y="4055"/>
                  </a:lnTo>
                  <a:lnTo>
                    <a:pt x="883" y="4206"/>
                  </a:lnTo>
                  <a:lnTo>
                    <a:pt x="1052" y="4318"/>
                  </a:lnTo>
                  <a:lnTo>
                    <a:pt x="1240" y="4431"/>
                  </a:lnTo>
                  <a:lnTo>
                    <a:pt x="1446" y="4525"/>
                  </a:lnTo>
                  <a:lnTo>
                    <a:pt x="1653" y="4619"/>
                  </a:lnTo>
                  <a:lnTo>
                    <a:pt x="1859" y="4675"/>
                  </a:lnTo>
                  <a:lnTo>
                    <a:pt x="1859" y="4675"/>
                  </a:lnTo>
                  <a:lnTo>
                    <a:pt x="2028" y="4694"/>
                  </a:lnTo>
                  <a:lnTo>
                    <a:pt x="2197" y="4712"/>
                  </a:lnTo>
                  <a:lnTo>
                    <a:pt x="2197" y="4712"/>
                  </a:lnTo>
                  <a:lnTo>
                    <a:pt x="2347" y="4712"/>
                  </a:lnTo>
                  <a:lnTo>
                    <a:pt x="2347" y="4712"/>
                  </a:lnTo>
                  <a:lnTo>
                    <a:pt x="2572" y="4712"/>
                  </a:lnTo>
                  <a:lnTo>
                    <a:pt x="2816" y="4675"/>
                  </a:lnTo>
                  <a:lnTo>
                    <a:pt x="2816" y="4675"/>
                  </a:lnTo>
                  <a:lnTo>
                    <a:pt x="3079" y="4600"/>
                  </a:lnTo>
                  <a:lnTo>
                    <a:pt x="3342" y="4506"/>
                  </a:lnTo>
                  <a:lnTo>
                    <a:pt x="3342" y="4506"/>
                  </a:lnTo>
                  <a:lnTo>
                    <a:pt x="3492" y="4431"/>
                  </a:lnTo>
                  <a:lnTo>
                    <a:pt x="3624" y="4337"/>
                  </a:lnTo>
                  <a:lnTo>
                    <a:pt x="3624" y="4337"/>
                  </a:lnTo>
                  <a:lnTo>
                    <a:pt x="3774" y="4243"/>
                  </a:lnTo>
                  <a:lnTo>
                    <a:pt x="3905" y="4130"/>
                  </a:lnTo>
                  <a:lnTo>
                    <a:pt x="4037" y="4018"/>
                  </a:lnTo>
                  <a:lnTo>
                    <a:pt x="4149" y="3886"/>
                  </a:lnTo>
                  <a:lnTo>
                    <a:pt x="4262" y="3755"/>
                  </a:lnTo>
                  <a:lnTo>
                    <a:pt x="4356" y="3605"/>
                  </a:lnTo>
                  <a:lnTo>
                    <a:pt x="4450" y="3455"/>
                  </a:lnTo>
                  <a:lnTo>
                    <a:pt x="4525" y="3304"/>
                  </a:lnTo>
                  <a:lnTo>
                    <a:pt x="4581" y="3136"/>
                  </a:lnTo>
                  <a:lnTo>
                    <a:pt x="4637" y="2967"/>
                  </a:lnTo>
                  <a:lnTo>
                    <a:pt x="4675" y="2798"/>
                  </a:lnTo>
                  <a:lnTo>
                    <a:pt x="4694" y="2629"/>
                  </a:lnTo>
                  <a:lnTo>
                    <a:pt x="4712" y="2441"/>
                  </a:lnTo>
                  <a:lnTo>
                    <a:pt x="4712" y="2272"/>
                  </a:lnTo>
                  <a:lnTo>
                    <a:pt x="4694" y="2084"/>
                  </a:lnTo>
                  <a:lnTo>
                    <a:pt x="4675" y="1897"/>
                  </a:lnTo>
                  <a:lnTo>
                    <a:pt x="4675" y="1897"/>
                  </a:lnTo>
                  <a:lnTo>
                    <a:pt x="4619" y="1690"/>
                  </a:lnTo>
                  <a:lnTo>
                    <a:pt x="4543" y="1502"/>
                  </a:lnTo>
                  <a:lnTo>
                    <a:pt x="4468" y="1315"/>
                  </a:lnTo>
                  <a:lnTo>
                    <a:pt x="4374" y="1127"/>
                  </a:lnTo>
                  <a:lnTo>
                    <a:pt x="4262" y="958"/>
                  </a:lnTo>
                  <a:lnTo>
                    <a:pt x="4130" y="808"/>
                  </a:lnTo>
                  <a:lnTo>
                    <a:pt x="3999" y="658"/>
                  </a:lnTo>
                  <a:lnTo>
                    <a:pt x="3849" y="526"/>
                  </a:lnTo>
                  <a:lnTo>
                    <a:pt x="3680" y="414"/>
                  </a:lnTo>
                  <a:lnTo>
                    <a:pt x="3511" y="301"/>
                  </a:lnTo>
                  <a:lnTo>
                    <a:pt x="3342" y="207"/>
                  </a:lnTo>
                  <a:lnTo>
                    <a:pt x="3154" y="132"/>
                  </a:lnTo>
                  <a:lnTo>
                    <a:pt x="2967" y="76"/>
                  </a:lnTo>
                  <a:lnTo>
                    <a:pt x="2760" y="38"/>
                  </a:lnTo>
                  <a:lnTo>
                    <a:pt x="2554"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2"/>
            <p:cNvSpPr/>
            <p:nvPr/>
          </p:nvSpPr>
          <p:spPr>
            <a:xfrm>
              <a:off x="4386750" y="5033375"/>
              <a:ext cx="117825" cy="118300"/>
            </a:xfrm>
            <a:custGeom>
              <a:rect b="b" l="l" r="r" t="t"/>
              <a:pathLst>
                <a:path extrusionOk="0" h="4732" w="4713">
                  <a:moveTo>
                    <a:pt x="2366" y="1"/>
                  </a:moveTo>
                  <a:lnTo>
                    <a:pt x="2140" y="19"/>
                  </a:lnTo>
                  <a:lnTo>
                    <a:pt x="1896" y="57"/>
                  </a:lnTo>
                  <a:lnTo>
                    <a:pt x="1727" y="94"/>
                  </a:lnTo>
                  <a:lnTo>
                    <a:pt x="1577" y="151"/>
                  </a:lnTo>
                  <a:lnTo>
                    <a:pt x="1408" y="207"/>
                  </a:lnTo>
                  <a:lnTo>
                    <a:pt x="1258" y="282"/>
                  </a:lnTo>
                  <a:lnTo>
                    <a:pt x="1052" y="414"/>
                  </a:lnTo>
                  <a:lnTo>
                    <a:pt x="845" y="564"/>
                  </a:lnTo>
                  <a:lnTo>
                    <a:pt x="657" y="733"/>
                  </a:lnTo>
                  <a:lnTo>
                    <a:pt x="489" y="920"/>
                  </a:lnTo>
                  <a:lnTo>
                    <a:pt x="395" y="1071"/>
                  </a:lnTo>
                  <a:lnTo>
                    <a:pt x="301" y="1202"/>
                  </a:lnTo>
                  <a:lnTo>
                    <a:pt x="207" y="1390"/>
                  </a:lnTo>
                  <a:lnTo>
                    <a:pt x="132" y="1577"/>
                  </a:lnTo>
                  <a:lnTo>
                    <a:pt x="76" y="1765"/>
                  </a:lnTo>
                  <a:lnTo>
                    <a:pt x="38" y="1972"/>
                  </a:lnTo>
                  <a:lnTo>
                    <a:pt x="0" y="2178"/>
                  </a:lnTo>
                  <a:lnTo>
                    <a:pt x="0" y="2403"/>
                  </a:lnTo>
                  <a:lnTo>
                    <a:pt x="19" y="2610"/>
                  </a:lnTo>
                  <a:lnTo>
                    <a:pt x="38" y="2816"/>
                  </a:lnTo>
                  <a:lnTo>
                    <a:pt x="113" y="3098"/>
                  </a:lnTo>
                  <a:lnTo>
                    <a:pt x="207" y="3342"/>
                  </a:lnTo>
                  <a:lnTo>
                    <a:pt x="338" y="3586"/>
                  </a:lnTo>
                  <a:lnTo>
                    <a:pt x="489" y="3793"/>
                  </a:lnTo>
                  <a:lnTo>
                    <a:pt x="582" y="3924"/>
                  </a:lnTo>
                  <a:lnTo>
                    <a:pt x="714" y="4055"/>
                  </a:lnTo>
                  <a:lnTo>
                    <a:pt x="883" y="4206"/>
                  </a:lnTo>
                  <a:lnTo>
                    <a:pt x="1052" y="4337"/>
                  </a:lnTo>
                  <a:lnTo>
                    <a:pt x="1258" y="4450"/>
                  </a:lnTo>
                  <a:lnTo>
                    <a:pt x="1465" y="4543"/>
                  </a:lnTo>
                  <a:lnTo>
                    <a:pt x="1671" y="4618"/>
                  </a:lnTo>
                  <a:lnTo>
                    <a:pt x="1896" y="4675"/>
                  </a:lnTo>
                  <a:lnTo>
                    <a:pt x="2122" y="4712"/>
                  </a:lnTo>
                  <a:lnTo>
                    <a:pt x="2347" y="4731"/>
                  </a:lnTo>
                  <a:lnTo>
                    <a:pt x="2591" y="4712"/>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2"/>
            <p:cNvSpPr/>
            <p:nvPr/>
          </p:nvSpPr>
          <p:spPr>
            <a:xfrm>
              <a:off x="4386750" y="5033375"/>
              <a:ext cx="117825" cy="118300"/>
            </a:xfrm>
            <a:custGeom>
              <a:rect b="b" l="l" r="r" t="t"/>
              <a:pathLst>
                <a:path extrusionOk="0" fill="none" h="4732" w="4713">
                  <a:moveTo>
                    <a:pt x="2366" y="1"/>
                  </a:moveTo>
                  <a:lnTo>
                    <a:pt x="2366" y="1"/>
                  </a:lnTo>
                  <a:lnTo>
                    <a:pt x="2140" y="19"/>
                  </a:lnTo>
                  <a:lnTo>
                    <a:pt x="1896" y="57"/>
                  </a:lnTo>
                  <a:lnTo>
                    <a:pt x="1896" y="57"/>
                  </a:lnTo>
                  <a:lnTo>
                    <a:pt x="1727" y="94"/>
                  </a:lnTo>
                  <a:lnTo>
                    <a:pt x="1577" y="151"/>
                  </a:lnTo>
                  <a:lnTo>
                    <a:pt x="1577" y="151"/>
                  </a:lnTo>
                  <a:lnTo>
                    <a:pt x="1408" y="207"/>
                  </a:lnTo>
                  <a:lnTo>
                    <a:pt x="1258" y="282"/>
                  </a:lnTo>
                  <a:lnTo>
                    <a:pt x="1258" y="282"/>
                  </a:lnTo>
                  <a:lnTo>
                    <a:pt x="1052" y="414"/>
                  </a:lnTo>
                  <a:lnTo>
                    <a:pt x="845" y="564"/>
                  </a:lnTo>
                  <a:lnTo>
                    <a:pt x="657" y="733"/>
                  </a:lnTo>
                  <a:lnTo>
                    <a:pt x="489" y="920"/>
                  </a:lnTo>
                  <a:lnTo>
                    <a:pt x="489" y="920"/>
                  </a:lnTo>
                  <a:lnTo>
                    <a:pt x="395" y="1071"/>
                  </a:lnTo>
                  <a:lnTo>
                    <a:pt x="301" y="1202"/>
                  </a:lnTo>
                  <a:lnTo>
                    <a:pt x="301" y="1202"/>
                  </a:lnTo>
                  <a:lnTo>
                    <a:pt x="207" y="1390"/>
                  </a:lnTo>
                  <a:lnTo>
                    <a:pt x="132" y="1577"/>
                  </a:lnTo>
                  <a:lnTo>
                    <a:pt x="76" y="1765"/>
                  </a:lnTo>
                  <a:lnTo>
                    <a:pt x="38" y="1972"/>
                  </a:lnTo>
                  <a:lnTo>
                    <a:pt x="0" y="2178"/>
                  </a:lnTo>
                  <a:lnTo>
                    <a:pt x="0" y="2403"/>
                  </a:lnTo>
                  <a:lnTo>
                    <a:pt x="19" y="2610"/>
                  </a:lnTo>
                  <a:lnTo>
                    <a:pt x="38" y="2816"/>
                  </a:lnTo>
                  <a:lnTo>
                    <a:pt x="38" y="2816"/>
                  </a:lnTo>
                  <a:lnTo>
                    <a:pt x="113" y="3098"/>
                  </a:lnTo>
                  <a:lnTo>
                    <a:pt x="207" y="3342"/>
                  </a:lnTo>
                  <a:lnTo>
                    <a:pt x="338" y="3586"/>
                  </a:lnTo>
                  <a:lnTo>
                    <a:pt x="489" y="3793"/>
                  </a:lnTo>
                  <a:lnTo>
                    <a:pt x="489" y="3793"/>
                  </a:lnTo>
                  <a:lnTo>
                    <a:pt x="582" y="3924"/>
                  </a:lnTo>
                  <a:lnTo>
                    <a:pt x="714" y="4055"/>
                  </a:lnTo>
                  <a:lnTo>
                    <a:pt x="714" y="4055"/>
                  </a:lnTo>
                  <a:lnTo>
                    <a:pt x="883" y="4206"/>
                  </a:lnTo>
                  <a:lnTo>
                    <a:pt x="1052" y="4337"/>
                  </a:lnTo>
                  <a:lnTo>
                    <a:pt x="1258" y="4450"/>
                  </a:lnTo>
                  <a:lnTo>
                    <a:pt x="1465" y="4543"/>
                  </a:lnTo>
                  <a:lnTo>
                    <a:pt x="1671" y="4618"/>
                  </a:lnTo>
                  <a:lnTo>
                    <a:pt x="1896" y="4675"/>
                  </a:lnTo>
                  <a:lnTo>
                    <a:pt x="2122" y="4712"/>
                  </a:lnTo>
                  <a:lnTo>
                    <a:pt x="2347" y="4731"/>
                  </a:lnTo>
                  <a:lnTo>
                    <a:pt x="2347" y="4731"/>
                  </a:lnTo>
                  <a:lnTo>
                    <a:pt x="2591" y="4712"/>
                  </a:lnTo>
                  <a:lnTo>
                    <a:pt x="2816" y="4675"/>
                  </a:lnTo>
                  <a:lnTo>
                    <a:pt x="2816" y="4675"/>
                  </a:lnTo>
                  <a:lnTo>
                    <a:pt x="3041" y="4618"/>
                  </a:lnTo>
                  <a:lnTo>
                    <a:pt x="3267" y="4543"/>
                  </a:lnTo>
                  <a:lnTo>
                    <a:pt x="3492" y="4431"/>
                  </a:lnTo>
                  <a:lnTo>
                    <a:pt x="3680" y="4318"/>
                  </a:lnTo>
                  <a:lnTo>
                    <a:pt x="3867" y="4187"/>
                  </a:lnTo>
                  <a:lnTo>
                    <a:pt x="4036" y="4037"/>
                  </a:lnTo>
                  <a:lnTo>
                    <a:pt x="4187" y="3868"/>
                  </a:lnTo>
                  <a:lnTo>
                    <a:pt x="4318" y="3680"/>
                  </a:lnTo>
                  <a:lnTo>
                    <a:pt x="4431" y="3492"/>
                  </a:lnTo>
                  <a:lnTo>
                    <a:pt x="4524" y="3286"/>
                  </a:lnTo>
                  <a:lnTo>
                    <a:pt x="4618" y="3060"/>
                  </a:lnTo>
                  <a:lnTo>
                    <a:pt x="4675" y="2854"/>
                  </a:lnTo>
                  <a:lnTo>
                    <a:pt x="4693" y="2610"/>
                  </a:lnTo>
                  <a:lnTo>
                    <a:pt x="4712" y="2385"/>
                  </a:lnTo>
                  <a:lnTo>
                    <a:pt x="4712" y="2141"/>
                  </a:lnTo>
                  <a:lnTo>
                    <a:pt x="4675" y="1915"/>
                  </a:lnTo>
                  <a:lnTo>
                    <a:pt x="4675" y="1915"/>
                  </a:lnTo>
                  <a:lnTo>
                    <a:pt x="4618" y="1709"/>
                  </a:lnTo>
                  <a:lnTo>
                    <a:pt x="4543" y="1502"/>
                  </a:lnTo>
                  <a:lnTo>
                    <a:pt x="4468" y="1315"/>
                  </a:lnTo>
                  <a:lnTo>
                    <a:pt x="4374" y="1146"/>
                  </a:lnTo>
                  <a:lnTo>
                    <a:pt x="4262" y="977"/>
                  </a:lnTo>
                  <a:lnTo>
                    <a:pt x="4130" y="808"/>
                  </a:lnTo>
                  <a:lnTo>
                    <a:pt x="3999" y="676"/>
                  </a:lnTo>
                  <a:lnTo>
                    <a:pt x="3849" y="545"/>
                  </a:lnTo>
                  <a:lnTo>
                    <a:pt x="3680" y="414"/>
                  </a:lnTo>
                  <a:lnTo>
                    <a:pt x="3511" y="320"/>
                  </a:lnTo>
                  <a:lnTo>
                    <a:pt x="3342" y="226"/>
                  </a:lnTo>
                  <a:lnTo>
                    <a:pt x="3154" y="151"/>
                  </a:lnTo>
                  <a:lnTo>
                    <a:pt x="2966" y="94"/>
                  </a:lnTo>
                  <a:lnTo>
                    <a:pt x="2760" y="38"/>
                  </a:lnTo>
                  <a:lnTo>
                    <a:pt x="2572" y="19"/>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2"/>
            <p:cNvSpPr/>
            <p:nvPr/>
          </p:nvSpPr>
          <p:spPr>
            <a:xfrm>
              <a:off x="3866775" y="5359075"/>
              <a:ext cx="117825" cy="117800"/>
            </a:xfrm>
            <a:custGeom>
              <a:rect b="b" l="l" r="r" t="t"/>
              <a:pathLst>
                <a:path extrusionOk="0" h="4712" w="4713">
                  <a:moveTo>
                    <a:pt x="2122" y="0"/>
                  </a:moveTo>
                  <a:lnTo>
                    <a:pt x="1896" y="38"/>
                  </a:lnTo>
                  <a:lnTo>
                    <a:pt x="1690" y="94"/>
                  </a:lnTo>
                  <a:lnTo>
                    <a:pt x="1502" y="150"/>
                  </a:lnTo>
                  <a:lnTo>
                    <a:pt x="1314" y="244"/>
                  </a:lnTo>
                  <a:lnTo>
                    <a:pt x="1127" y="338"/>
                  </a:lnTo>
                  <a:lnTo>
                    <a:pt x="958" y="451"/>
                  </a:lnTo>
                  <a:lnTo>
                    <a:pt x="808" y="563"/>
                  </a:lnTo>
                  <a:lnTo>
                    <a:pt x="657" y="714"/>
                  </a:lnTo>
                  <a:lnTo>
                    <a:pt x="526" y="864"/>
                  </a:lnTo>
                  <a:lnTo>
                    <a:pt x="432" y="995"/>
                  </a:lnTo>
                  <a:lnTo>
                    <a:pt x="338" y="1127"/>
                  </a:lnTo>
                  <a:lnTo>
                    <a:pt x="244" y="1314"/>
                  </a:lnTo>
                  <a:lnTo>
                    <a:pt x="151" y="1502"/>
                  </a:lnTo>
                  <a:lnTo>
                    <a:pt x="94" y="1709"/>
                  </a:lnTo>
                  <a:lnTo>
                    <a:pt x="38" y="1915"/>
                  </a:lnTo>
                  <a:lnTo>
                    <a:pt x="0" y="2140"/>
                  </a:lnTo>
                  <a:lnTo>
                    <a:pt x="0" y="2366"/>
                  </a:lnTo>
                  <a:lnTo>
                    <a:pt x="0" y="2591"/>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591" y="4693"/>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581" y="1596"/>
                  </a:lnTo>
                  <a:lnTo>
                    <a:pt x="4468" y="1314"/>
                  </a:lnTo>
                  <a:lnTo>
                    <a:pt x="4393" y="1164"/>
                  </a:lnTo>
                  <a:lnTo>
                    <a:pt x="4299" y="1033"/>
                  </a:lnTo>
                  <a:lnTo>
                    <a:pt x="4130" y="807"/>
                  </a:lnTo>
                  <a:lnTo>
                    <a:pt x="3924" y="601"/>
                  </a:lnTo>
                  <a:lnTo>
                    <a:pt x="3698" y="413"/>
                  </a:lnTo>
                  <a:lnTo>
                    <a:pt x="3454" y="263"/>
                  </a:lnTo>
                  <a:lnTo>
                    <a:pt x="3210" y="150"/>
                  </a:lnTo>
                  <a:lnTo>
                    <a:pt x="2929" y="57"/>
                  </a:lnTo>
                  <a:lnTo>
                    <a:pt x="2647" y="19"/>
                  </a:lnTo>
                  <a:lnTo>
                    <a:pt x="236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2"/>
            <p:cNvSpPr/>
            <p:nvPr/>
          </p:nvSpPr>
          <p:spPr>
            <a:xfrm>
              <a:off x="3866775" y="5359075"/>
              <a:ext cx="117825" cy="117800"/>
            </a:xfrm>
            <a:custGeom>
              <a:rect b="b" l="l" r="r" t="t"/>
              <a:pathLst>
                <a:path extrusionOk="0" fill="none" h="4712" w="4713">
                  <a:moveTo>
                    <a:pt x="2366" y="0"/>
                  </a:moveTo>
                  <a:lnTo>
                    <a:pt x="2366" y="0"/>
                  </a:lnTo>
                  <a:lnTo>
                    <a:pt x="2122" y="0"/>
                  </a:lnTo>
                  <a:lnTo>
                    <a:pt x="1896" y="38"/>
                  </a:lnTo>
                  <a:lnTo>
                    <a:pt x="1896" y="38"/>
                  </a:lnTo>
                  <a:lnTo>
                    <a:pt x="1690" y="94"/>
                  </a:lnTo>
                  <a:lnTo>
                    <a:pt x="1502" y="150"/>
                  </a:lnTo>
                  <a:lnTo>
                    <a:pt x="1314" y="244"/>
                  </a:lnTo>
                  <a:lnTo>
                    <a:pt x="1127" y="338"/>
                  </a:lnTo>
                  <a:lnTo>
                    <a:pt x="958" y="451"/>
                  </a:lnTo>
                  <a:lnTo>
                    <a:pt x="808" y="563"/>
                  </a:lnTo>
                  <a:lnTo>
                    <a:pt x="657" y="714"/>
                  </a:lnTo>
                  <a:lnTo>
                    <a:pt x="526" y="864"/>
                  </a:lnTo>
                  <a:lnTo>
                    <a:pt x="526" y="864"/>
                  </a:lnTo>
                  <a:lnTo>
                    <a:pt x="432" y="995"/>
                  </a:lnTo>
                  <a:lnTo>
                    <a:pt x="338" y="1127"/>
                  </a:lnTo>
                  <a:lnTo>
                    <a:pt x="338" y="1127"/>
                  </a:lnTo>
                  <a:lnTo>
                    <a:pt x="244" y="1314"/>
                  </a:lnTo>
                  <a:lnTo>
                    <a:pt x="151" y="1502"/>
                  </a:lnTo>
                  <a:lnTo>
                    <a:pt x="94" y="1709"/>
                  </a:lnTo>
                  <a:lnTo>
                    <a:pt x="38" y="1915"/>
                  </a:lnTo>
                  <a:lnTo>
                    <a:pt x="0" y="2140"/>
                  </a:lnTo>
                  <a:lnTo>
                    <a:pt x="0" y="2366"/>
                  </a:lnTo>
                  <a:lnTo>
                    <a:pt x="0" y="2591"/>
                  </a:lnTo>
                  <a:lnTo>
                    <a:pt x="38" y="2816"/>
                  </a:lnTo>
                  <a:lnTo>
                    <a:pt x="38" y="2816"/>
                  </a:lnTo>
                  <a:lnTo>
                    <a:pt x="94" y="3023"/>
                  </a:lnTo>
                  <a:lnTo>
                    <a:pt x="169" y="3210"/>
                  </a:lnTo>
                  <a:lnTo>
                    <a:pt x="244" y="3398"/>
                  </a:lnTo>
                  <a:lnTo>
                    <a:pt x="338" y="3586"/>
                  </a:lnTo>
                  <a:lnTo>
                    <a:pt x="451" y="3755"/>
                  </a:lnTo>
                  <a:lnTo>
                    <a:pt x="582" y="3905"/>
                  </a:lnTo>
                  <a:lnTo>
                    <a:pt x="714" y="4055"/>
                  </a:lnTo>
                  <a:lnTo>
                    <a:pt x="864" y="4186"/>
                  </a:lnTo>
                  <a:lnTo>
                    <a:pt x="1033" y="4299"/>
                  </a:lnTo>
                  <a:lnTo>
                    <a:pt x="1202" y="4412"/>
                  </a:lnTo>
                  <a:lnTo>
                    <a:pt x="1371" y="4487"/>
                  </a:lnTo>
                  <a:lnTo>
                    <a:pt x="1558" y="4562"/>
                  </a:lnTo>
                  <a:lnTo>
                    <a:pt x="1746" y="4637"/>
                  </a:lnTo>
                  <a:lnTo>
                    <a:pt x="1953" y="4674"/>
                  </a:lnTo>
                  <a:lnTo>
                    <a:pt x="2140" y="4693"/>
                  </a:lnTo>
                  <a:lnTo>
                    <a:pt x="2347" y="4712"/>
                  </a:lnTo>
                  <a:lnTo>
                    <a:pt x="2347" y="4712"/>
                  </a:lnTo>
                  <a:lnTo>
                    <a:pt x="2591" y="4693"/>
                  </a:lnTo>
                  <a:lnTo>
                    <a:pt x="2816" y="4656"/>
                  </a:lnTo>
                  <a:lnTo>
                    <a:pt x="2816" y="4656"/>
                  </a:lnTo>
                  <a:lnTo>
                    <a:pt x="3041" y="4599"/>
                  </a:lnTo>
                  <a:lnTo>
                    <a:pt x="3267" y="4524"/>
                  </a:lnTo>
                  <a:lnTo>
                    <a:pt x="3473" y="4430"/>
                  </a:lnTo>
                  <a:lnTo>
                    <a:pt x="3680" y="4299"/>
                  </a:lnTo>
                  <a:lnTo>
                    <a:pt x="3867" y="4168"/>
                  </a:lnTo>
                  <a:lnTo>
                    <a:pt x="4036" y="4017"/>
                  </a:lnTo>
                  <a:lnTo>
                    <a:pt x="4186" y="3849"/>
                  </a:lnTo>
                  <a:lnTo>
                    <a:pt x="4318" y="3661"/>
                  </a:lnTo>
                  <a:lnTo>
                    <a:pt x="4431" y="3473"/>
                  </a:lnTo>
                  <a:lnTo>
                    <a:pt x="4524" y="3267"/>
                  </a:lnTo>
                  <a:lnTo>
                    <a:pt x="4599" y="3060"/>
                  </a:lnTo>
                  <a:lnTo>
                    <a:pt x="4656" y="2835"/>
                  </a:lnTo>
                  <a:lnTo>
                    <a:pt x="4693" y="2610"/>
                  </a:lnTo>
                  <a:lnTo>
                    <a:pt x="4712" y="2366"/>
                  </a:lnTo>
                  <a:lnTo>
                    <a:pt x="4693" y="2140"/>
                  </a:lnTo>
                  <a:lnTo>
                    <a:pt x="4675" y="1896"/>
                  </a:lnTo>
                  <a:lnTo>
                    <a:pt x="4675" y="1896"/>
                  </a:lnTo>
                  <a:lnTo>
                    <a:pt x="4581" y="1596"/>
                  </a:lnTo>
                  <a:lnTo>
                    <a:pt x="4468" y="1314"/>
                  </a:lnTo>
                  <a:lnTo>
                    <a:pt x="4468" y="1314"/>
                  </a:lnTo>
                  <a:lnTo>
                    <a:pt x="4393" y="1164"/>
                  </a:lnTo>
                  <a:lnTo>
                    <a:pt x="4299" y="1033"/>
                  </a:lnTo>
                  <a:lnTo>
                    <a:pt x="4299" y="1033"/>
                  </a:lnTo>
                  <a:lnTo>
                    <a:pt x="4130" y="807"/>
                  </a:lnTo>
                  <a:lnTo>
                    <a:pt x="3924" y="601"/>
                  </a:lnTo>
                  <a:lnTo>
                    <a:pt x="3698" y="413"/>
                  </a:lnTo>
                  <a:lnTo>
                    <a:pt x="3454" y="263"/>
                  </a:lnTo>
                  <a:lnTo>
                    <a:pt x="3210" y="150"/>
                  </a:lnTo>
                  <a:lnTo>
                    <a:pt x="2929" y="57"/>
                  </a:lnTo>
                  <a:lnTo>
                    <a:pt x="2647" y="19"/>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2"/>
            <p:cNvSpPr/>
            <p:nvPr/>
          </p:nvSpPr>
          <p:spPr>
            <a:xfrm>
              <a:off x="2215325" y="4257175"/>
              <a:ext cx="117825" cy="117800"/>
            </a:xfrm>
            <a:custGeom>
              <a:rect b="b" l="l" r="r" t="t"/>
              <a:pathLst>
                <a:path extrusionOk="0" h="4712" w="4713">
                  <a:moveTo>
                    <a:pt x="2141" y="0"/>
                  </a:move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591" y="4693"/>
                  </a:lnTo>
                  <a:lnTo>
                    <a:pt x="2816" y="4674"/>
                  </a:lnTo>
                  <a:lnTo>
                    <a:pt x="3042" y="4618"/>
                  </a:lnTo>
                  <a:lnTo>
                    <a:pt x="3248" y="4543"/>
                  </a:lnTo>
                  <a:lnTo>
                    <a:pt x="3436" y="4449"/>
                  </a:lnTo>
                  <a:lnTo>
                    <a:pt x="3624" y="4355"/>
                  </a:lnTo>
                  <a:lnTo>
                    <a:pt x="3793" y="4224"/>
                  </a:lnTo>
                  <a:lnTo>
                    <a:pt x="3943" y="4092"/>
                  </a:lnTo>
                  <a:lnTo>
                    <a:pt x="4093" y="3942"/>
                  </a:lnTo>
                  <a:lnTo>
                    <a:pt x="4224" y="3792"/>
                  </a:lnTo>
                  <a:lnTo>
                    <a:pt x="4318" y="3661"/>
                  </a:lnTo>
                  <a:lnTo>
                    <a:pt x="4412" y="3510"/>
                  </a:lnTo>
                  <a:lnTo>
                    <a:pt x="4506" y="3341"/>
                  </a:lnTo>
                  <a:lnTo>
                    <a:pt x="4581" y="3154"/>
                  </a:lnTo>
                  <a:lnTo>
                    <a:pt x="4637" y="2947"/>
                  </a:lnTo>
                  <a:lnTo>
                    <a:pt x="4694" y="2741"/>
                  </a:lnTo>
                  <a:lnTo>
                    <a:pt x="4712" y="2534"/>
                  </a:lnTo>
                  <a:lnTo>
                    <a:pt x="4712" y="2328"/>
                  </a:lnTo>
                  <a:lnTo>
                    <a:pt x="4712" y="2102"/>
                  </a:lnTo>
                  <a:lnTo>
                    <a:pt x="4675" y="1896"/>
                  </a:lnTo>
                  <a:lnTo>
                    <a:pt x="4637" y="1727"/>
                  </a:lnTo>
                  <a:lnTo>
                    <a:pt x="4581" y="1577"/>
                  </a:lnTo>
                  <a:lnTo>
                    <a:pt x="4525" y="1427"/>
                  </a:lnTo>
                  <a:lnTo>
                    <a:pt x="4468" y="1276"/>
                  </a:lnTo>
                  <a:lnTo>
                    <a:pt x="4374" y="1126"/>
                  </a:lnTo>
                  <a:lnTo>
                    <a:pt x="4299" y="995"/>
                  </a:lnTo>
                  <a:lnTo>
                    <a:pt x="4149" y="826"/>
                  </a:lnTo>
                  <a:lnTo>
                    <a:pt x="3999" y="657"/>
                  </a:lnTo>
                  <a:lnTo>
                    <a:pt x="3830" y="507"/>
                  </a:lnTo>
                  <a:lnTo>
                    <a:pt x="3661" y="394"/>
                  </a:lnTo>
                  <a:lnTo>
                    <a:pt x="3473" y="282"/>
                  </a:lnTo>
                  <a:lnTo>
                    <a:pt x="3267" y="188"/>
                  </a:lnTo>
                  <a:lnTo>
                    <a:pt x="3060" y="94"/>
                  </a:lnTo>
                  <a:lnTo>
                    <a:pt x="2854" y="38"/>
                  </a:lnTo>
                  <a:lnTo>
                    <a:pt x="2685" y="19"/>
                  </a:lnTo>
                  <a:lnTo>
                    <a:pt x="253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2"/>
            <p:cNvSpPr/>
            <p:nvPr/>
          </p:nvSpPr>
          <p:spPr>
            <a:xfrm>
              <a:off x="2215325" y="4257175"/>
              <a:ext cx="117825" cy="117800"/>
            </a:xfrm>
            <a:custGeom>
              <a:rect b="b" l="l" r="r" t="t"/>
              <a:pathLst>
                <a:path extrusionOk="0" fill="none" h="4712" w="4713">
                  <a:moveTo>
                    <a:pt x="2366" y="0"/>
                  </a:moveTo>
                  <a:lnTo>
                    <a:pt x="2366" y="0"/>
                  </a:lnTo>
                  <a:lnTo>
                    <a:pt x="2141" y="0"/>
                  </a:lnTo>
                  <a:lnTo>
                    <a:pt x="1897" y="38"/>
                  </a:lnTo>
                  <a:lnTo>
                    <a:pt x="1897" y="38"/>
                  </a:lnTo>
                  <a:lnTo>
                    <a:pt x="1671" y="94"/>
                  </a:lnTo>
                  <a:lnTo>
                    <a:pt x="1446" y="188"/>
                  </a:lnTo>
                  <a:lnTo>
                    <a:pt x="1240" y="282"/>
                  </a:lnTo>
                  <a:lnTo>
                    <a:pt x="1033" y="394"/>
                  </a:lnTo>
                  <a:lnTo>
                    <a:pt x="864" y="544"/>
                  </a:lnTo>
                  <a:lnTo>
                    <a:pt x="695" y="695"/>
                  </a:lnTo>
                  <a:lnTo>
                    <a:pt x="545" y="864"/>
                  </a:lnTo>
                  <a:lnTo>
                    <a:pt x="395" y="1032"/>
                  </a:lnTo>
                  <a:lnTo>
                    <a:pt x="282" y="1239"/>
                  </a:lnTo>
                  <a:lnTo>
                    <a:pt x="188" y="1445"/>
                  </a:lnTo>
                  <a:lnTo>
                    <a:pt x="113" y="1652"/>
                  </a:lnTo>
                  <a:lnTo>
                    <a:pt x="57" y="1877"/>
                  </a:lnTo>
                  <a:lnTo>
                    <a:pt x="19" y="2102"/>
                  </a:lnTo>
                  <a:lnTo>
                    <a:pt x="1" y="2328"/>
                  </a:lnTo>
                  <a:lnTo>
                    <a:pt x="19" y="2572"/>
                  </a:lnTo>
                  <a:lnTo>
                    <a:pt x="57" y="2816"/>
                  </a:lnTo>
                  <a:lnTo>
                    <a:pt x="57" y="2816"/>
                  </a:lnTo>
                  <a:lnTo>
                    <a:pt x="94" y="3022"/>
                  </a:lnTo>
                  <a:lnTo>
                    <a:pt x="170" y="3210"/>
                  </a:lnTo>
                  <a:lnTo>
                    <a:pt x="245" y="3398"/>
                  </a:lnTo>
                  <a:lnTo>
                    <a:pt x="357" y="3585"/>
                  </a:lnTo>
                  <a:lnTo>
                    <a:pt x="470" y="3754"/>
                  </a:lnTo>
                  <a:lnTo>
                    <a:pt x="583" y="3905"/>
                  </a:lnTo>
                  <a:lnTo>
                    <a:pt x="733" y="4055"/>
                  </a:lnTo>
                  <a:lnTo>
                    <a:pt x="883" y="4186"/>
                  </a:lnTo>
                  <a:lnTo>
                    <a:pt x="1033" y="4299"/>
                  </a:lnTo>
                  <a:lnTo>
                    <a:pt x="1202" y="4411"/>
                  </a:lnTo>
                  <a:lnTo>
                    <a:pt x="1390" y="4505"/>
                  </a:lnTo>
                  <a:lnTo>
                    <a:pt x="1559" y="4580"/>
                  </a:lnTo>
                  <a:lnTo>
                    <a:pt x="1765" y="4637"/>
                  </a:lnTo>
                  <a:lnTo>
                    <a:pt x="1953" y="4674"/>
                  </a:lnTo>
                  <a:lnTo>
                    <a:pt x="2159" y="4693"/>
                  </a:lnTo>
                  <a:lnTo>
                    <a:pt x="2366" y="4712"/>
                  </a:lnTo>
                  <a:lnTo>
                    <a:pt x="2366" y="4712"/>
                  </a:lnTo>
                  <a:lnTo>
                    <a:pt x="2591" y="4693"/>
                  </a:lnTo>
                  <a:lnTo>
                    <a:pt x="2816" y="4674"/>
                  </a:lnTo>
                  <a:lnTo>
                    <a:pt x="2816" y="4674"/>
                  </a:lnTo>
                  <a:lnTo>
                    <a:pt x="3042" y="4618"/>
                  </a:lnTo>
                  <a:lnTo>
                    <a:pt x="3248" y="4543"/>
                  </a:lnTo>
                  <a:lnTo>
                    <a:pt x="3436" y="4449"/>
                  </a:lnTo>
                  <a:lnTo>
                    <a:pt x="3624" y="4355"/>
                  </a:lnTo>
                  <a:lnTo>
                    <a:pt x="3793" y="4224"/>
                  </a:lnTo>
                  <a:lnTo>
                    <a:pt x="3943" y="4092"/>
                  </a:lnTo>
                  <a:lnTo>
                    <a:pt x="4093" y="3942"/>
                  </a:lnTo>
                  <a:lnTo>
                    <a:pt x="4224" y="3792"/>
                  </a:lnTo>
                  <a:lnTo>
                    <a:pt x="4224" y="3792"/>
                  </a:lnTo>
                  <a:lnTo>
                    <a:pt x="4318" y="3661"/>
                  </a:lnTo>
                  <a:lnTo>
                    <a:pt x="4412" y="3510"/>
                  </a:lnTo>
                  <a:lnTo>
                    <a:pt x="4412" y="3510"/>
                  </a:lnTo>
                  <a:lnTo>
                    <a:pt x="4506" y="3341"/>
                  </a:lnTo>
                  <a:lnTo>
                    <a:pt x="4581" y="3154"/>
                  </a:lnTo>
                  <a:lnTo>
                    <a:pt x="4637" y="2947"/>
                  </a:lnTo>
                  <a:lnTo>
                    <a:pt x="4694" y="2741"/>
                  </a:lnTo>
                  <a:lnTo>
                    <a:pt x="4712" y="2534"/>
                  </a:lnTo>
                  <a:lnTo>
                    <a:pt x="4712" y="2328"/>
                  </a:lnTo>
                  <a:lnTo>
                    <a:pt x="4712" y="2102"/>
                  </a:lnTo>
                  <a:lnTo>
                    <a:pt x="4675" y="1896"/>
                  </a:lnTo>
                  <a:lnTo>
                    <a:pt x="4675" y="1896"/>
                  </a:lnTo>
                  <a:lnTo>
                    <a:pt x="4637" y="1727"/>
                  </a:lnTo>
                  <a:lnTo>
                    <a:pt x="4581" y="1577"/>
                  </a:lnTo>
                  <a:lnTo>
                    <a:pt x="4525" y="1427"/>
                  </a:lnTo>
                  <a:lnTo>
                    <a:pt x="4468" y="1276"/>
                  </a:lnTo>
                  <a:lnTo>
                    <a:pt x="4468" y="1276"/>
                  </a:lnTo>
                  <a:lnTo>
                    <a:pt x="4374" y="1126"/>
                  </a:lnTo>
                  <a:lnTo>
                    <a:pt x="4299" y="995"/>
                  </a:lnTo>
                  <a:lnTo>
                    <a:pt x="4299" y="995"/>
                  </a:lnTo>
                  <a:lnTo>
                    <a:pt x="4149" y="826"/>
                  </a:lnTo>
                  <a:lnTo>
                    <a:pt x="3999" y="657"/>
                  </a:lnTo>
                  <a:lnTo>
                    <a:pt x="3830" y="507"/>
                  </a:lnTo>
                  <a:lnTo>
                    <a:pt x="3661" y="394"/>
                  </a:lnTo>
                  <a:lnTo>
                    <a:pt x="3473" y="282"/>
                  </a:lnTo>
                  <a:lnTo>
                    <a:pt x="3267" y="188"/>
                  </a:lnTo>
                  <a:lnTo>
                    <a:pt x="3060" y="94"/>
                  </a:lnTo>
                  <a:lnTo>
                    <a:pt x="2854" y="38"/>
                  </a:lnTo>
                  <a:lnTo>
                    <a:pt x="2854" y="38"/>
                  </a:lnTo>
                  <a:lnTo>
                    <a:pt x="2685" y="19"/>
                  </a:lnTo>
                  <a:lnTo>
                    <a:pt x="2535" y="0"/>
                  </a:lnTo>
                  <a:lnTo>
                    <a:pt x="2535"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2"/>
            <p:cNvSpPr/>
            <p:nvPr/>
          </p:nvSpPr>
          <p:spPr>
            <a:xfrm>
              <a:off x="2427925" y="2735700"/>
              <a:ext cx="118275" cy="117825"/>
            </a:xfrm>
            <a:custGeom>
              <a:rect b="b" l="l" r="r" t="t"/>
              <a:pathLst>
                <a:path extrusionOk="0" h="4713" w="4731">
                  <a:moveTo>
                    <a:pt x="2140" y="1"/>
                  </a:move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2046" y="4694"/>
                  </a:lnTo>
                  <a:lnTo>
                    <a:pt x="2197" y="4694"/>
                  </a:lnTo>
                  <a:lnTo>
                    <a:pt x="2365" y="4712"/>
                  </a:lnTo>
                  <a:lnTo>
                    <a:pt x="2591" y="4694"/>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37" y="1728"/>
                  </a:lnTo>
                  <a:lnTo>
                    <a:pt x="4599" y="1578"/>
                  </a:lnTo>
                  <a:lnTo>
                    <a:pt x="4524" y="1427"/>
                  </a:lnTo>
                  <a:lnTo>
                    <a:pt x="4468" y="1277"/>
                  </a:lnTo>
                  <a:lnTo>
                    <a:pt x="4374" y="1127"/>
                  </a:lnTo>
                  <a:lnTo>
                    <a:pt x="4299" y="996"/>
                  </a:lnTo>
                  <a:lnTo>
                    <a:pt x="4111" y="770"/>
                  </a:lnTo>
                  <a:lnTo>
                    <a:pt x="3924" y="583"/>
                  </a:lnTo>
                  <a:lnTo>
                    <a:pt x="3698" y="414"/>
                  </a:lnTo>
                  <a:lnTo>
                    <a:pt x="3454" y="264"/>
                  </a:lnTo>
                  <a:lnTo>
                    <a:pt x="3210" y="151"/>
                  </a:lnTo>
                  <a:lnTo>
                    <a:pt x="2929" y="57"/>
                  </a:lnTo>
                  <a:lnTo>
                    <a:pt x="26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2"/>
            <p:cNvSpPr/>
            <p:nvPr/>
          </p:nvSpPr>
          <p:spPr>
            <a:xfrm>
              <a:off x="2427925" y="2735700"/>
              <a:ext cx="118275" cy="117825"/>
            </a:xfrm>
            <a:custGeom>
              <a:rect b="b" l="l" r="r" t="t"/>
              <a:pathLst>
                <a:path extrusionOk="0" fill="none" h="4713" w="4731">
                  <a:moveTo>
                    <a:pt x="2365" y="1"/>
                  </a:moveTo>
                  <a:lnTo>
                    <a:pt x="2365" y="1"/>
                  </a:lnTo>
                  <a:lnTo>
                    <a:pt x="2140" y="1"/>
                  </a:lnTo>
                  <a:lnTo>
                    <a:pt x="1915" y="38"/>
                  </a:lnTo>
                  <a:lnTo>
                    <a:pt x="1915" y="38"/>
                  </a:lnTo>
                  <a:lnTo>
                    <a:pt x="1671" y="95"/>
                  </a:lnTo>
                  <a:lnTo>
                    <a:pt x="1446" y="170"/>
                  </a:lnTo>
                  <a:lnTo>
                    <a:pt x="1239" y="282"/>
                  </a:lnTo>
                  <a:lnTo>
                    <a:pt x="1051" y="395"/>
                  </a:lnTo>
                  <a:lnTo>
                    <a:pt x="864" y="526"/>
                  </a:lnTo>
                  <a:lnTo>
                    <a:pt x="695" y="695"/>
                  </a:lnTo>
                  <a:lnTo>
                    <a:pt x="545" y="864"/>
                  </a:lnTo>
                  <a:lnTo>
                    <a:pt x="413" y="1033"/>
                  </a:lnTo>
                  <a:lnTo>
                    <a:pt x="282" y="1240"/>
                  </a:lnTo>
                  <a:lnTo>
                    <a:pt x="188" y="1427"/>
                  </a:lnTo>
                  <a:lnTo>
                    <a:pt x="113" y="1653"/>
                  </a:lnTo>
                  <a:lnTo>
                    <a:pt x="57" y="1878"/>
                  </a:lnTo>
                  <a:lnTo>
                    <a:pt x="19" y="2103"/>
                  </a:lnTo>
                  <a:lnTo>
                    <a:pt x="0" y="2328"/>
                  </a:lnTo>
                  <a:lnTo>
                    <a:pt x="19" y="2572"/>
                  </a:lnTo>
                  <a:lnTo>
                    <a:pt x="57" y="2816"/>
                  </a:lnTo>
                  <a:lnTo>
                    <a:pt x="57" y="2816"/>
                  </a:lnTo>
                  <a:lnTo>
                    <a:pt x="94" y="2985"/>
                  </a:lnTo>
                  <a:lnTo>
                    <a:pt x="150" y="3154"/>
                  </a:lnTo>
                  <a:lnTo>
                    <a:pt x="207" y="3323"/>
                  </a:lnTo>
                  <a:lnTo>
                    <a:pt x="301" y="3474"/>
                  </a:lnTo>
                  <a:lnTo>
                    <a:pt x="376" y="3624"/>
                  </a:lnTo>
                  <a:lnTo>
                    <a:pt x="470" y="3755"/>
                  </a:lnTo>
                  <a:lnTo>
                    <a:pt x="582" y="3886"/>
                  </a:lnTo>
                  <a:lnTo>
                    <a:pt x="695" y="4018"/>
                  </a:lnTo>
                  <a:lnTo>
                    <a:pt x="826" y="4131"/>
                  </a:lnTo>
                  <a:lnTo>
                    <a:pt x="958" y="4243"/>
                  </a:lnTo>
                  <a:lnTo>
                    <a:pt x="1089" y="4337"/>
                  </a:lnTo>
                  <a:lnTo>
                    <a:pt x="1239" y="4412"/>
                  </a:lnTo>
                  <a:lnTo>
                    <a:pt x="1389" y="4487"/>
                  </a:lnTo>
                  <a:lnTo>
                    <a:pt x="1558" y="4562"/>
                  </a:lnTo>
                  <a:lnTo>
                    <a:pt x="1708" y="4619"/>
                  </a:lnTo>
                  <a:lnTo>
                    <a:pt x="1877" y="4656"/>
                  </a:lnTo>
                  <a:lnTo>
                    <a:pt x="1877" y="4656"/>
                  </a:lnTo>
                  <a:lnTo>
                    <a:pt x="2046" y="4694"/>
                  </a:lnTo>
                  <a:lnTo>
                    <a:pt x="2197" y="4694"/>
                  </a:lnTo>
                  <a:lnTo>
                    <a:pt x="2197" y="4694"/>
                  </a:lnTo>
                  <a:lnTo>
                    <a:pt x="2365" y="4712"/>
                  </a:lnTo>
                  <a:lnTo>
                    <a:pt x="2365" y="4712"/>
                  </a:lnTo>
                  <a:lnTo>
                    <a:pt x="2591" y="4694"/>
                  </a:lnTo>
                  <a:lnTo>
                    <a:pt x="2816" y="4656"/>
                  </a:lnTo>
                  <a:lnTo>
                    <a:pt x="2816" y="4656"/>
                  </a:lnTo>
                  <a:lnTo>
                    <a:pt x="3060" y="4600"/>
                  </a:lnTo>
                  <a:lnTo>
                    <a:pt x="3285" y="4525"/>
                  </a:lnTo>
                  <a:lnTo>
                    <a:pt x="3492" y="4431"/>
                  </a:lnTo>
                  <a:lnTo>
                    <a:pt x="3679" y="4299"/>
                  </a:lnTo>
                  <a:lnTo>
                    <a:pt x="3867" y="4168"/>
                  </a:lnTo>
                  <a:lnTo>
                    <a:pt x="4036" y="4018"/>
                  </a:lnTo>
                  <a:lnTo>
                    <a:pt x="4186" y="3849"/>
                  </a:lnTo>
                  <a:lnTo>
                    <a:pt x="4318" y="3661"/>
                  </a:lnTo>
                  <a:lnTo>
                    <a:pt x="4449" y="3474"/>
                  </a:lnTo>
                  <a:lnTo>
                    <a:pt x="4543" y="3267"/>
                  </a:lnTo>
                  <a:lnTo>
                    <a:pt x="4618" y="3042"/>
                  </a:lnTo>
                  <a:lnTo>
                    <a:pt x="4674" y="2835"/>
                  </a:lnTo>
                  <a:lnTo>
                    <a:pt x="4712" y="2591"/>
                  </a:lnTo>
                  <a:lnTo>
                    <a:pt x="4731" y="2366"/>
                  </a:lnTo>
                  <a:lnTo>
                    <a:pt x="4712" y="2122"/>
                  </a:lnTo>
                  <a:lnTo>
                    <a:pt x="4674" y="1897"/>
                  </a:lnTo>
                  <a:lnTo>
                    <a:pt x="4674" y="1897"/>
                  </a:lnTo>
                  <a:lnTo>
                    <a:pt x="4637" y="1728"/>
                  </a:lnTo>
                  <a:lnTo>
                    <a:pt x="4599" y="1578"/>
                  </a:lnTo>
                  <a:lnTo>
                    <a:pt x="4524" y="1427"/>
                  </a:lnTo>
                  <a:lnTo>
                    <a:pt x="4468" y="1277"/>
                  </a:lnTo>
                  <a:lnTo>
                    <a:pt x="4468" y="1277"/>
                  </a:lnTo>
                  <a:lnTo>
                    <a:pt x="4374" y="1127"/>
                  </a:lnTo>
                  <a:lnTo>
                    <a:pt x="4299" y="996"/>
                  </a:lnTo>
                  <a:lnTo>
                    <a:pt x="4299" y="996"/>
                  </a:lnTo>
                  <a:lnTo>
                    <a:pt x="4111" y="770"/>
                  </a:lnTo>
                  <a:lnTo>
                    <a:pt x="3924" y="583"/>
                  </a:lnTo>
                  <a:lnTo>
                    <a:pt x="3698" y="414"/>
                  </a:lnTo>
                  <a:lnTo>
                    <a:pt x="3454" y="264"/>
                  </a:lnTo>
                  <a:lnTo>
                    <a:pt x="3210" y="151"/>
                  </a:lnTo>
                  <a:lnTo>
                    <a:pt x="2929" y="57"/>
                  </a:lnTo>
                  <a:lnTo>
                    <a:pt x="2647" y="1"/>
                  </a:lnTo>
                  <a:lnTo>
                    <a:pt x="2365"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2"/>
            <p:cNvSpPr/>
            <p:nvPr/>
          </p:nvSpPr>
          <p:spPr>
            <a:xfrm>
              <a:off x="3187700" y="3201250"/>
              <a:ext cx="117825" cy="117825"/>
            </a:xfrm>
            <a:custGeom>
              <a:rect b="b" l="l" r="r" t="t"/>
              <a:pathLst>
                <a:path extrusionOk="0" h="4713" w="4713">
                  <a:moveTo>
                    <a:pt x="2122" y="0"/>
                  </a:move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2028" y="4693"/>
                  </a:lnTo>
                  <a:lnTo>
                    <a:pt x="2197" y="4693"/>
                  </a:lnTo>
                  <a:lnTo>
                    <a:pt x="2347" y="4712"/>
                  </a:lnTo>
                  <a:lnTo>
                    <a:pt x="2591" y="4693"/>
                  </a:lnTo>
                  <a:lnTo>
                    <a:pt x="2816" y="4656"/>
                  </a:lnTo>
                  <a:lnTo>
                    <a:pt x="3079" y="4599"/>
                  </a:lnTo>
                  <a:lnTo>
                    <a:pt x="3342" y="4487"/>
                  </a:lnTo>
                  <a:lnTo>
                    <a:pt x="3492" y="4412"/>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2"/>
            <p:cNvSpPr/>
            <p:nvPr/>
          </p:nvSpPr>
          <p:spPr>
            <a:xfrm>
              <a:off x="3187700" y="3201250"/>
              <a:ext cx="117825" cy="117825"/>
            </a:xfrm>
            <a:custGeom>
              <a:rect b="b" l="l" r="r" t="t"/>
              <a:pathLst>
                <a:path extrusionOk="0" fill="none" h="4713" w="4713">
                  <a:moveTo>
                    <a:pt x="2366" y="0"/>
                  </a:moveTo>
                  <a:lnTo>
                    <a:pt x="2366" y="0"/>
                  </a:lnTo>
                  <a:lnTo>
                    <a:pt x="2122" y="0"/>
                  </a:lnTo>
                  <a:lnTo>
                    <a:pt x="1897" y="38"/>
                  </a:lnTo>
                  <a:lnTo>
                    <a:pt x="1897" y="38"/>
                  </a:lnTo>
                  <a:lnTo>
                    <a:pt x="1671" y="94"/>
                  </a:lnTo>
                  <a:lnTo>
                    <a:pt x="1446" y="169"/>
                  </a:lnTo>
                  <a:lnTo>
                    <a:pt x="1240" y="282"/>
                  </a:lnTo>
                  <a:lnTo>
                    <a:pt x="1033" y="395"/>
                  </a:lnTo>
                  <a:lnTo>
                    <a:pt x="845" y="545"/>
                  </a:lnTo>
                  <a:lnTo>
                    <a:pt x="676" y="695"/>
                  </a:lnTo>
                  <a:lnTo>
                    <a:pt x="526" y="864"/>
                  </a:lnTo>
                  <a:lnTo>
                    <a:pt x="395" y="1033"/>
                  </a:lnTo>
                  <a:lnTo>
                    <a:pt x="282" y="1239"/>
                  </a:lnTo>
                  <a:lnTo>
                    <a:pt x="188" y="1446"/>
                  </a:lnTo>
                  <a:lnTo>
                    <a:pt x="113" y="1652"/>
                  </a:lnTo>
                  <a:lnTo>
                    <a:pt x="57" y="1878"/>
                  </a:lnTo>
                  <a:lnTo>
                    <a:pt x="19" y="2103"/>
                  </a:lnTo>
                  <a:lnTo>
                    <a:pt x="1" y="2328"/>
                  </a:lnTo>
                  <a:lnTo>
                    <a:pt x="19" y="2572"/>
                  </a:lnTo>
                  <a:lnTo>
                    <a:pt x="38" y="2816"/>
                  </a:lnTo>
                  <a:lnTo>
                    <a:pt x="38" y="2816"/>
                  </a:lnTo>
                  <a:lnTo>
                    <a:pt x="95" y="2985"/>
                  </a:lnTo>
                  <a:lnTo>
                    <a:pt x="132" y="3154"/>
                  </a:lnTo>
                  <a:lnTo>
                    <a:pt x="207" y="3323"/>
                  </a:lnTo>
                  <a:lnTo>
                    <a:pt x="282" y="3473"/>
                  </a:lnTo>
                  <a:lnTo>
                    <a:pt x="376" y="3623"/>
                  </a:lnTo>
                  <a:lnTo>
                    <a:pt x="470" y="3755"/>
                  </a:lnTo>
                  <a:lnTo>
                    <a:pt x="583" y="3886"/>
                  </a:lnTo>
                  <a:lnTo>
                    <a:pt x="695" y="4018"/>
                  </a:lnTo>
                  <a:lnTo>
                    <a:pt x="808" y="4130"/>
                  </a:lnTo>
                  <a:lnTo>
                    <a:pt x="939" y="4243"/>
                  </a:lnTo>
                  <a:lnTo>
                    <a:pt x="1089" y="4337"/>
                  </a:lnTo>
                  <a:lnTo>
                    <a:pt x="1240" y="4431"/>
                  </a:lnTo>
                  <a:lnTo>
                    <a:pt x="1390" y="4506"/>
                  </a:lnTo>
                  <a:lnTo>
                    <a:pt x="1540" y="4562"/>
                  </a:lnTo>
                  <a:lnTo>
                    <a:pt x="1709" y="4618"/>
                  </a:lnTo>
                  <a:lnTo>
                    <a:pt x="1878" y="4656"/>
                  </a:lnTo>
                  <a:lnTo>
                    <a:pt x="1878" y="4656"/>
                  </a:lnTo>
                  <a:lnTo>
                    <a:pt x="2028" y="4693"/>
                  </a:lnTo>
                  <a:lnTo>
                    <a:pt x="2197" y="4693"/>
                  </a:lnTo>
                  <a:lnTo>
                    <a:pt x="2197" y="4693"/>
                  </a:lnTo>
                  <a:lnTo>
                    <a:pt x="2347" y="4712"/>
                  </a:lnTo>
                  <a:lnTo>
                    <a:pt x="2347" y="4712"/>
                  </a:lnTo>
                  <a:lnTo>
                    <a:pt x="2591" y="4693"/>
                  </a:lnTo>
                  <a:lnTo>
                    <a:pt x="2816" y="4656"/>
                  </a:lnTo>
                  <a:lnTo>
                    <a:pt x="2816" y="4656"/>
                  </a:lnTo>
                  <a:lnTo>
                    <a:pt x="3079" y="4599"/>
                  </a:lnTo>
                  <a:lnTo>
                    <a:pt x="3342" y="4487"/>
                  </a:lnTo>
                  <a:lnTo>
                    <a:pt x="3342" y="4487"/>
                  </a:lnTo>
                  <a:lnTo>
                    <a:pt x="3492" y="4412"/>
                  </a:lnTo>
                  <a:lnTo>
                    <a:pt x="3642" y="4337"/>
                  </a:lnTo>
                  <a:lnTo>
                    <a:pt x="3642" y="4337"/>
                  </a:lnTo>
                  <a:lnTo>
                    <a:pt x="3774" y="4224"/>
                  </a:lnTo>
                  <a:lnTo>
                    <a:pt x="3905" y="4130"/>
                  </a:lnTo>
                  <a:lnTo>
                    <a:pt x="4037" y="3999"/>
                  </a:lnTo>
                  <a:lnTo>
                    <a:pt x="4149" y="3867"/>
                  </a:lnTo>
                  <a:lnTo>
                    <a:pt x="4262" y="3736"/>
                  </a:lnTo>
                  <a:lnTo>
                    <a:pt x="4356" y="3586"/>
                  </a:lnTo>
                  <a:lnTo>
                    <a:pt x="4450" y="3436"/>
                  </a:lnTo>
                  <a:lnTo>
                    <a:pt x="4525" y="3285"/>
                  </a:lnTo>
                  <a:lnTo>
                    <a:pt x="4581" y="3135"/>
                  </a:lnTo>
                  <a:lnTo>
                    <a:pt x="4637" y="2966"/>
                  </a:lnTo>
                  <a:lnTo>
                    <a:pt x="4675" y="2797"/>
                  </a:lnTo>
                  <a:lnTo>
                    <a:pt x="4694" y="2610"/>
                  </a:lnTo>
                  <a:lnTo>
                    <a:pt x="4712" y="2441"/>
                  </a:lnTo>
                  <a:lnTo>
                    <a:pt x="4712" y="2253"/>
                  </a:lnTo>
                  <a:lnTo>
                    <a:pt x="4694" y="2084"/>
                  </a:lnTo>
                  <a:lnTo>
                    <a:pt x="4675" y="1896"/>
                  </a:lnTo>
                  <a:lnTo>
                    <a:pt x="4675" y="1896"/>
                  </a:lnTo>
                  <a:lnTo>
                    <a:pt x="4619" y="1690"/>
                  </a:lnTo>
                  <a:lnTo>
                    <a:pt x="4543" y="1483"/>
                  </a:lnTo>
                  <a:lnTo>
                    <a:pt x="4468" y="1296"/>
                  </a:lnTo>
                  <a:lnTo>
                    <a:pt x="4374" y="1127"/>
                  </a:lnTo>
                  <a:lnTo>
                    <a:pt x="4262" y="958"/>
                  </a:lnTo>
                  <a:lnTo>
                    <a:pt x="4130" y="808"/>
                  </a:lnTo>
                  <a:lnTo>
                    <a:pt x="3999" y="657"/>
                  </a:lnTo>
                  <a:lnTo>
                    <a:pt x="3849" y="526"/>
                  </a:lnTo>
                  <a:lnTo>
                    <a:pt x="3680" y="395"/>
                  </a:lnTo>
                  <a:lnTo>
                    <a:pt x="3511" y="301"/>
                  </a:lnTo>
                  <a:lnTo>
                    <a:pt x="3342" y="207"/>
                  </a:lnTo>
                  <a:lnTo>
                    <a:pt x="3154" y="132"/>
                  </a:lnTo>
                  <a:lnTo>
                    <a:pt x="2967" y="75"/>
                  </a:lnTo>
                  <a:lnTo>
                    <a:pt x="2760" y="19"/>
                  </a:lnTo>
                  <a:lnTo>
                    <a:pt x="2572" y="0"/>
                  </a:lnTo>
                  <a:lnTo>
                    <a:pt x="2366" y="0"/>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2"/>
            <p:cNvSpPr/>
            <p:nvPr/>
          </p:nvSpPr>
          <p:spPr>
            <a:xfrm>
              <a:off x="3818900" y="4331300"/>
              <a:ext cx="117825" cy="117825"/>
            </a:xfrm>
            <a:custGeom>
              <a:rect b="b" l="l" r="r" t="t"/>
              <a:pathLst>
                <a:path extrusionOk="0" h="4713" w="4713">
                  <a:moveTo>
                    <a:pt x="2141" y="1"/>
                  </a:moveTo>
                  <a:lnTo>
                    <a:pt x="1897" y="39"/>
                  </a:lnTo>
                  <a:lnTo>
                    <a:pt x="1671" y="95"/>
                  </a:lnTo>
                  <a:lnTo>
                    <a:pt x="1446" y="170"/>
                  </a:lnTo>
                  <a:lnTo>
                    <a:pt x="1240" y="264"/>
                  </a:lnTo>
                  <a:lnTo>
                    <a:pt x="1052" y="395"/>
                  </a:lnTo>
                  <a:lnTo>
                    <a:pt x="920" y="489"/>
                  </a:lnTo>
                  <a:lnTo>
                    <a:pt x="789" y="602"/>
                  </a:lnTo>
                  <a:lnTo>
                    <a:pt x="658" y="733"/>
                  </a:lnTo>
                  <a:lnTo>
                    <a:pt x="526" y="864"/>
                  </a:lnTo>
                  <a:lnTo>
                    <a:pt x="414" y="1015"/>
                  </a:lnTo>
                  <a:lnTo>
                    <a:pt x="320" y="1184"/>
                  </a:lnTo>
                  <a:lnTo>
                    <a:pt x="245" y="1334"/>
                  </a:lnTo>
                  <a:lnTo>
                    <a:pt x="170" y="1484"/>
                  </a:lnTo>
                  <a:lnTo>
                    <a:pt x="113" y="1634"/>
                  </a:lnTo>
                  <a:lnTo>
                    <a:pt x="76" y="1803"/>
                  </a:lnTo>
                  <a:lnTo>
                    <a:pt x="38" y="1953"/>
                  </a:lnTo>
                  <a:lnTo>
                    <a:pt x="19" y="2122"/>
                  </a:lnTo>
                  <a:lnTo>
                    <a:pt x="1" y="2291"/>
                  </a:lnTo>
                  <a:lnTo>
                    <a:pt x="1" y="2460"/>
                  </a:lnTo>
                  <a:lnTo>
                    <a:pt x="19" y="2629"/>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591" y="4694"/>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2"/>
            <p:cNvSpPr/>
            <p:nvPr/>
          </p:nvSpPr>
          <p:spPr>
            <a:xfrm>
              <a:off x="3818900" y="4331300"/>
              <a:ext cx="117825" cy="117825"/>
            </a:xfrm>
            <a:custGeom>
              <a:rect b="b" l="l" r="r" t="t"/>
              <a:pathLst>
                <a:path extrusionOk="0" fill="none" h="4713" w="4713">
                  <a:moveTo>
                    <a:pt x="2366" y="1"/>
                  </a:moveTo>
                  <a:lnTo>
                    <a:pt x="2366" y="1"/>
                  </a:lnTo>
                  <a:lnTo>
                    <a:pt x="2141" y="1"/>
                  </a:lnTo>
                  <a:lnTo>
                    <a:pt x="1897" y="39"/>
                  </a:lnTo>
                  <a:lnTo>
                    <a:pt x="1897" y="39"/>
                  </a:lnTo>
                  <a:lnTo>
                    <a:pt x="1671" y="95"/>
                  </a:lnTo>
                  <a:lnTo>
                    <a:pt x="1446" y="170"/>
                  </a:lnTo>
                  <a:lnTo>
                    <a:pt x="1240" y="264"/>
                  </a:lnTo>
                  <a:lnTo>
                    <a:pt x="1052" y="395"/>
                  </a:lnTo>
                  <a:lnTo>
                    <a:pt x="1052" y="395"/>
                  </a:lnTo>
                  <a:lnTo>
                    <a:pt x="920" y="489"/>
                  </a:lnTo>
                  <a:lnTo>
                    <a:pt x="789" y="602"/>
                  </a:lnTo>
                  <a:lnTo>
                    <a:pt x="789" y="602"/>
                  </a:lnTo>
                  <a:lnTo>
                    <a:pt x="658" y="733"/>
                  </a:lnTo>
                  <a:lnTo>
                    <a:pt x="526" y="864"/>
                  </a:lnTo>
                  <a:lnTo>
                    <a:pt x="414" y="1015"/>
                  </a:lnTo>
                  <a:lnTo>
                    <a:pt x="320" y="1184"/>
                  </a:lnTo>
                  <a:lnTo>
                    <a:pt x="320" y="1184"/>
                  </a:lnTo>
                  <a:lnTo>
                    <a:pt x="245" y="1334"/>
                  </a:lnTo>
                  <a:lnTo>
                    <a:pt x="170" y="1484"/>
                  </a:lnTo>
                  <a:lnTo>
                    <a:pt x="170" y="1484"/>
                  </a:lnTo>
                  <a:lnTo>
                    <a:pt x="113" y="1634"/>
                  </a:lnTo>
                  <a:lnTo>
                    <a:pt x="76" y="1803"/>
                  </a:lnTo>
                  <a:lnTo>
                    <a:pt x="38" y="1953"/>
                  </a:lnTo>
                  <a:lnTo>
                    <a:pt x="19" y="2122"/>
                  </a:lnTo>
                  <a:lnTo>
                    <a:pt x="1" y="2291"/>
                  </a:lnTo>
                  <a:lnTo>
                    <a:pt x="1" y="2460"/>
                  </a:lnTo>
                  <a:lnTo>
                    <a:pt x="19" y="2629"/>
                  </a:lnTo>
                  <a:lnTo>
                    <a:pt x="57" y="2817"/>
                  </a:lnTo>
                  <a:lnTo>
                    <a:pt x="57" y="2817"/>
                  </a:lnTo>
                  <a:lnTo>
                    <a:pt x="95" y="3023"/>
                  </a:lnTo>
                  <a:lnTo>
                    <a:pt x="170" y="3211"/>
                  </a:lnTo>
                  <a:lnTo>
                    <a:pt x="245" y="3399"/>
                  </a:lnTo>
                  <a:lnTo>
                    <a:pt x="357" y="3586"/>
                  </a:lnTo>
                  <a:lnTo>
                    <a:pt x="470" y="3755"/>
                  </a:lnTo>
                  <a:lnTo>
                    <a:pt x="583" y="3905"/>
                  </a:lnTo>
                  <a:lnTo>
                    <a:pt x="733" y="4056"/>
                  </a:lnTo>
                  <a:lnTo>
                    <a:pt x="883" y="4187"/>
                  </a:lnTo>
                  <a:lnTo>
                    <a:pt x="1033" y="4300"/>
                  </a:lnTo>
                  <a:lnTo>
                    <a:pt x="1202" y="4412"/>
                  </a:lnTo>
                  <a:lnTo>
                    <a:pt x="1371" y="4487"/>
                  </a:lnTo>
                  <a:lnTo>
                    <a:pt x="1559" y="4563"/>
                  </a:lnTo>
                  <a:lnTo>
                    <a:pt x="1765" y="4638"/>
                  </a:lnTo>
                  <a:lnTo>
                    <a:pt x="1953" y="4675"/>
                  </a:lnTo>
                  <a:lnTo>
                    <a:pt x="2159" y="4694"/>
                  </a:lnTo>
                  <a:lnTo>
                    <a:pt x="2366" y="4713"/>
                  </a:lnTo>
                  <a:lnTo>
                    <a:pt x="2366" y="4713"/>
                  </a:lnTo>
                  <a:lnTo>
                    <a:pt x="2591" y="4694"/>
                  </a:lnTo>
                  <a:lnTo>
                    <a:pt x="2816" y="4656"/>
                  </a:lnTo>
                  <a:lnTo>
                    <a:pt x="2816" y="4656"/>
                  </a:lnTo>
                  <a:lnTo>
                    <a:pt x="3060" y="4600"/>
                  </a:lnTo>
                  <a:lnTo>
                    <a:pt x="3286" y="4525"/>
                  </a:lnTo>
                  <a:lnTo>
                    <a:pt x="3492" y="4431"/>
                  </a:lnTo>
                  <a:lnTo>
                    <a:pt x="3680" y="4300"/>
                  </a:lnTo>
                  <a:lnTo>
                    <a:pt x="3868" y="4168"/>
                  </a:lnTo>
                  <a:lnTo>
                    <a:pt x="4037" y="4018"/>
                  </a:lnTo>
                  <a:lnTo>
                    <a:pt x="4187" y="3849"/>
                  </a:lnTo>
                  <a:lnTo>
                    <a:pt x="4318" y="3661"/>
                  </a:lnTo>
                  <a:lnTo>
                    <a:pt x="4431" y="3474"/>
                  </a:lnTo>
                  <a:lnTo>
                    <a:pt x="4543" y="3267"/>
                  </a:lnTo>
                  <a:lnTo>
                    <a:pt x="4619" y="3042"/>
                  </a:lnTo>
                  <a:lnTo>
                    <a:pt x="4675" y="2836"/>
                  </a:lnTo>
                  <a:lnTo>
                    <a:pt x="4712" y="2610"/>
                  </a:lnTo>
                  <a:lnTo>
                    <a:pt x="4712" y="2366"/>
                  </a:lnTo>
                  <a:lnTo>
                    <a:pt x="4712" y="2141"/>
                  </a:lnTo>
                  <a:lnTo>
                    <a:pt x="4675" y="1897"/>
                  </a:lnTo>
                  <a:lnTo>
                    <a:pt x="4675" y="1897"/>
                  </a:lnTo>
                  <a:lnTo>
                    <a:pt x="4619" y="1690"/>
                  </a:lnTo>
                  <a:lnTo>
                    <a:pt x="4562" y="1484"/>
                  </a:lnTo>
                  <a:lnTo>
                    <a:pt x="4468" y="1296"/>
                  </a:lnTo>
                  <a:lnTo>
                    <a:pt x="4374" y="1127"/>
                  </a:lnTo>
                  <a:lnTo>
                    <a:pt x="4262" y="958"/>
                  </a:lnTo>
                  <a:lnTo>
                    <a:pt x="4130" y="808"/>
                  </a:lnTo>
                  <a:lnTo>
                    <a:pt x="3999" y="658"/>
                  </a:lnTo>
                  <a:lnTo>
                    <a:pt x="3849" y="527"/>
                  </a:lnTo>
                  <a:lnTo>
                    <a:pt x="3699" y="395"/>
                  </a:lnTo>
                  <a:lnTo>
                    <a:pt x="3530" y="301"/>
                  </a:lnTo>
                  <a:lnTo>
                    <a:pt x="3342" y="207"/>
                  </a:lnTo>
                  <a:lnTo>
                    <a:pt x="3154" y="132"/>
                  </a:lnTo>
                  <a:lnTo>
                    <a:pt x="2967" y="76"/>
                  </a:lnTo>
                  <a:lnTo>
                    <a:pt x="2779" y="20"/>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2"/>
            <p:cNvSpPr/>
            <p:nvPr/>
          </p:nvSpPr>
          <p:spPr>
            <a:xfrm>
              <a:off x="3109800" y="3862950"/>
              <a:ext cx="117825" cy="117825"/>
            </a:xfrm>
            <a:custGeom>
              <a:rect b="b" l="l" r="r" t="t"/>
              <a:pathLst>
                <a:path extrusionOk="0" h="4713" w="4713">
                  <a:moveTo>
                    <a:pt x="2103" y="1"/>
                  </a:moveTo>
                  <a:lnTo>
                    <a:pt x="1934"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591" y="4694"/>
                  </a:lnTo>
                  <a:lnTo>
                    <a:pt x="2816" y="4656"/>
                  </a:lnTo>
                  <a:lnTo>
                    <a:pt x="3004" y="4619"/>
                  </a:lnTo>
                  <a:lnTo>
                    <a:pt x="3192" y="4562"/>
                  </a:lnTo>
                  <a:lnTo>
                    <a:pt x="3361" y="4487"/>
                  </a:lnTo>
                  <a:lnTo>
                    <a:pt x="3530" y="4393"/>
                  </a:lnTo>
                  <a:lnTo>
                    <a:pt x="3680" y="4299"/>
                  </a:lnTo>
                  <a:lnTo>
                    <a:pt x="3830" y="4187"/>
                  </a:lnTo>
                  <a:lnTo>
                    <a:pt x="3980" y="4074"/>
                  </a:lnTo>
                  <a:lnTo>
                    <a:pt x="4112" y="3943"/>
                  </a:lnTo>
                  <a:lnTo>
                    <a:pt x="4205" y="3811"/>
                  </a:lnTo>
                  <a:lnTo>
                    <a:pt x="4299" y="3680"/>
                  </a:lnTo>
                  <a:lnTo>
                    <a:pt x="4431" y="3492"/>
                  </a:lnTo>
                  <a:lnTo>
                    <a:pt x="4525" y="3286"/>
                  </a:lnTo>
                  <a:lnTo>
                    <a:pt x="4618" y="3060"/>
                  </a:lnTo>
                  <a:lnTo>
                    <a:pt x="4675" y="2835"/>
                  </a:lnTo>
                  <a:lnTo>
                    <a:pt x="4712" y="2610"/>
                  </a:lnTo>
                  <a:lnTo>
                    <a:pt x="4712" y="2385"/>
                  </a:lnTo>
                  <a:lnTo>
                    <a:pt x="4712" y="2141"/>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2"/>
            <p:cNvSpPr/>
            <p:nvPr/>
          </p:nvSpPr>
          <p:spPr>
            <a:xfrm>
              <a:off x="3109800" y="3862950"/>
              <a:ext cx="117825" cy="117825"/>
            </a:xfrm>
            <a:custGeom>
              <a:rect b="b" l="l" r="r" t="t"/>
              <a:pathLst>
                <a:path extrusionOk="0" fill="none" h="4713" w="4713">
                  <a:moveTo>
                    <a:pt x="2366" y="1"/>
                  </a:moveTo>
                  <a:lnTo>
                    <a:pt x="2366" y="1"/>
                  </a:lnTo>
                  <a:lnTo>
                    <a:pt x="2272" y="1"/>
                  </a:lnTo>
                  <a:lnTo>
                    <a:pt x="2272" y="1"/>
                  </a:lnTo>
                  <a:lnTo>
                    <a:pt x="2103" y="1"/>
                  </a:lnTo>
                  <a:lnTo>
                    <a:pt x="1934" y="38"/>
                  </a:lnTo>
                  <a:lnTo>
                    <a:pt x="1934" y="38"/>
                  </a:lnTo>
                  <a:lnTo>
                    <a:pt x="1897" y="38"/>
                  </a:lnTo>
                  <a:lnTo>
                    <a:pt x="1897" y="38"/>
                  </a:lnTo>
                  <a:lnTo>
                    <a:pt x="1671" y="95"/>
                  </a:lnTo>
                  <a:lnTo>
                    <a:pt x="1446" y="188"/>
                  </a:lnTo>
                  <a:lnTo>
                    <a:pt x="1240" y="282"/>
                  </a:lnTo>
                  <a:lnTo>
                    <a:pt x="1033" y="395"/>
                  </a:lnTo>
                  <a:lnTo>
                    <a:pt x="864" y="545"/>
                  </a:lnTo>
                  <a:lnTo>
                    <a:pt x="695" y="695"/>
                  </a:lnTo>
                  <a:lnTo>
                    <a:pt x="545" y="864"/>
                  </a:lnTo>
                  <a:lnTo>
                    <a:pt x="395" y="1033"/>
                  </a:lnTo>
                  <a:lnTo>
                    <a:pt x="282" y="1240"/>
                  </a:lnTo>
                  <a:lnTo>
                    <a:pt x="188" y="1446"/>
                  </a:lnTo>
                  <a:lnTo>
                    <a:pt x="113" y="1653"/>
                  </a:lnTo>
                  <a:lnTo>
                    <a:pt x="57" y="1878"/>
                  </a:lnTo>
                  <a:lnTo>
                    <a:pt x="19" y="2103"/>
                  </a:lnTo>
                  <a:lnTo>
                    <a:pt x="1" y="2328"/>
                  </a:lnTo>
                  <a:lnTo>
                    <a:pt x="19" y="2572"/>
                  </a:lnTo>
                  <a:lnTo>
                    <a:pt x="57" y="2816"/>
                  </a:lnTo>
                  <a:lnTo>
                    <a:pt x="57" y="2816"/>
                  </a:lnTo>
                  <a:lnTo>
                    <a:pt x="94" y="3023"/>
                  </a:lnTo>
                  <a:lnTo>
                    <a:pt x="170" y="3211"/>
                  </a:lnTo>
                  <a:lnTo>
                    <a:pt x="245" y="3398"/>
                  </a:lnTo>
                  <a:lnTo>
                    <a:pt x="357" y="3586"/>
                  </a:lnTo>
                  <a:lnTo>
                    <a:pt x="470" y="3755"/>
                  </a:lnTo>
                  <a:lnTo>
                    <a:pt x="582" y="3905"/>
                  </a:lnTo>
                  <a:lnTo>
                    <a:pt x="733" y="4055"/>
                  </a:lnTo>
                  <a:lnTo>
                    <a:pt x="883" y="4187"/>
                  </a:lnTo>
                  <a:lnTo>
                    <a:pt x="1033" y="4299"/>
                  </a:lnTo>
                  <a:lnTo>
                    <a:pt x="1202" y="4412"/>
                  </a:lnTo>
                  <a:lnTo>
                    <a:pt x="1390" y="4487"/>
                  </a:lnTo>
                  <a:lnTo>
                    <a:pt x="1559" y="4562"/>
                  </a:lnTo>
                  <a:lnTo>
                    <a:pt x="1765" y="4637"/>
                  </a:lnTo>
                  <a:lnTo>
                    <a:pt x="1953" y="4675"/>
                  </a:lnTo>
                  <a:lnTo>
                    <a:pt x="2159" y="4694"/>
                  </a:lnTo>
                  <a:lnTo>
                    <a:pt x="2366" y="4712"/>
                  </a:lnTo>
                  <a:lnTo>
                    <a:pt x="2366" y="4712"/>
                  </a:lnTo>
                  <a:lnTo>
                    <a:pt x="2591" y="4694"/>
                  </a:lnTo>
                  <a:lnTo>
                    <a:pt x="2816" y="4656"/>
                  </a:lnTo>
                  <a:lnTo>
                    <a:pt x="2816" y="4656"/>
                  </a:lnTo>
                  <a:lnTo>
                    <a:pt x="3004" y="4619"/>
                  </a:lnTo>
                  <a:lnTo>
                    <a:pt x="3192" y="4562"/>
                  </a:lnTo>
                  <a:lnTo>
                    <a:pt x="3361" y="4487"/>
                  </a:lnTo>
                  <a:lnTo>
                    <a:pt x="3530" y="4393"/>
                  </a:lnTo>
                  <a:lnTo>
                    <a:pt x="3680" y="4299"/>
                  </a:lnTo>
                  <a:lnTo>
                    <a:pt x="3830" y="4187"/>
                  </a:lnTo>
                  <a:lnTo>
                    <a:pt x="3980" y="4074"/>
                  </a:lnTo>
                  <a:lnTo>
                    <a:pt x="4112" y="3943"/>
                  </a:lnTo>
                  <a:lnTo>
                    <a:pt x="4112" y="3943"/>
                  </a:lnTo>
                  <a:lnTo>
                    <a:pt x="4205" y="3811"/>
                  </a:lnTo>
                  <a:lnTo>
                    <a:pt x="4299" y="3680"/>
                  </a:lnTo>
                  <a:lnTo>
                    <a:pt x="4299" y="3680"/>
                  </a:lnTo>
                  <a:lnTo>
                    <a:pt x="4431" y="3492"/>
                  </a:lnTo>
                  <a:lnTo>
                    <a:pt x="4525" y="3286"/>
                  </a:lnTo>
                  <a:lnTo>
                    <a:pt x="4618" y="3060"/>
                  </a:lnTo>
                  <a:lnTo>
                    <a:pt x="4675" y="2835"/>
                  </a:lnTo>
                  <a:lnTo>
                    <a:pt x="4712" y="2610"/>
                  </a:lnTo>
                  <a:lnTo>
                    <a:pt x="4712" y="2385"/>
                  </a:lnTo>
                  <a:lnTo>
                    <a:pt x="4712" y="2141"/>
                  </a:lnTo>
                  <a:lnTo>
                    <a:pt x="4675" y="1897"/>
                  </a:lnTo>
                  <a:lnTo>
                    <a:pt x="4675" y="1897"/>
                  </a:lnTo>
                  <a:lnTo>
                    <a:pt x="4618" y="1690"/>
                  </a:lnTo>
                  <a:lnTo>
                    <a:pt x="4562" y="1484"/>
                  </a:lnTo>
                  <a:lnTo>
                    <a:pt x="4468" y="1296"/>
                  </a:lnTo>
                  <a:lnTo>
                    <a:pt x="4374" y="1127"/>
                  </a:lnTo>
                  <a:lnTo>
                    <a:pt x="4262" y="958"/>
                  </a:lnTo>
                  <a:lnTo>
                    <a:pt x="4130" y="808"/>
                  </a:lnTo>
                  <a:lnTo>
                    <a:pt x="3999" y="658"/>
                  </a:lnTo>
                  <a:lnTo>
                    <a:pt x="3849" y="526"/>
                  </a:lnTo>
                  <a:lnTo>
                    <a:pt x="3699" y="414"/>
                  </a:lnTo>
                  <a:lnTo>
                    <a:pt x="3530" y="301"/>
                  </a:lnTo>
                  <a:lnTo>
                    <a:pt x="3342" y="207"/>
                  </a:lnTo>
                  <a:lnTo>
                    <a:pt x="3154" y="132"/>
                  </a:lnTo>
                  <a:lnTo>
                    <a:pt x="2967" y="76"/>
                  </a:lnTo>
                  <a:lnTo>
                    <a:pt x="2779" y="38"/>
                  </a:lnTo>
                  <a:lnTo>
                    <a:pt x="2572" y="1"/>
                  </a:lnTo>
                  <a:lnTo>
                    <a:pt x="2366"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spTree>
      <p:nvGrpSpPr>
        <p:cNvPr id="1992" name="Shape 1992"/>
        <p:cNvGrpSpPr/>
        <p:nvPr/>
      </p:nvGrpSpPr>
      <p:grpSpPr>
        <a:xfrm>
          <a:off x="0" y="0"/>
          <a:ext cx="0" cy="0"/>
          <a:chOff x="0" y="0"/>
          <a:chExt cx="0" cy="0"/>
        </a:xfrm>
      </p:grpSpPr>
      <p:sp>
        <p:nvSpPr>
          <p:cNvPr id="1993" name="Google Shape;1993;p3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94" name="Google Shape;199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82168"/>
            <a:ext cx="7717500" cy="365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2800"/>
              <a:buFont typeface="Nunito Sans Black"/>
              <a:buNone/>
              <a:defRPr sz="2800">
                <a:solidFill>
                  <a:schemeClr val="lt1"/>
                </a:solidFill>
                <a:latin typeface="Nunito Sans Black"/>
                <a:ea typeface="Nunito Sans Black"/>
                <a:cs typeface="Nunito Sans Black"/>
                <a:sym typeface="Nunito Sans Black"/>
              </a:defRPr>
            </a:lvl1pPr>
            <a:lvl2pPr lvl="1" rtl="0" algn="ctr">
              <a:spcBef>
                <a:spcPts val="0"/>
              </a:spcBef>
              <a:spcAft>
                <a:spcPts val="0"/>
              </a:spcAft>
              <a:buClr>
                <a:schemeClr val="lt1"/>
              </a:buClr>
              <a:buSzPts val="2800"/>
              <a:buNone/>
              <a:defRPr sz="2800">
                <a:solidFill>
                  <a:schemeClr val="lt1"/>
                </a:solidFill>
              </a:defRPr>
            </a:lvl2pPr>
            <a:lvl3pPr lvl="2" rtl="0" algn="ctr">
              <a:spcBef>
                <a:spcPts val="0"/>
              </a:spcBef>
              <a:spcAft>
                <a:spcPts val="0"/>
              </a:spcAft>
              <a:buClr>
                <a:schemeClr val="lt1"/>
              </a:buClr>
              <a:buSzPts val="2800"/>
              <a:buNone/>
              <a:defRPr sz="2800">
                <a:solidFill>
                  <a:schemeClr val="lt1"/>
                </a:solidFill>
              </a:defRPr>
            </a:lvl3pPr>
            <a:lvl4pPr lvl="3" rtl="0" algn="ctr">
              <a:spcBef>
                <a:spcPts val="0"/>
              </a:spcBef>
              <a:spcAft>
                <a:spcPts val="0"/>
              </a:spcAft>
              <a:buClr>
                <a:schemeClr val="lt1"/>
              </a:buClr>
              <a:buSzPts val="2800"/>
              <a:buNone/>
              <a:defRPr sz="2800">
                <a:solidFill>
                  <a:schemeClr val="lt1"/>
                </a:solidFill>
              </a:defRPr>
            </a:lvl4pPr>
            <a:lvl5pPr lvl="4" rtl="0" algn="ctr">
              <a:spcBef>
                <a:spcPts val="0"/>
              </a:spcBef>
              <a:spcAft>
                <a:spcPts val="0"/>
              </a:spcAft>
              <a:buClr>
                <a:schemeClr val="lt1"/>
              </a:buClr>
              <a:buSzPts val="2800"/>
              <a:buNone/>
              <a:defRPr sz="2800">
                <a:solidFill>
                  <a:schemeClr val="lt1"/>
                </a:solidFill>
              </a:defRPr>
            </a:lvl5pPr>
            <a:lvl6pPr lvl="5" rtl="0" algn="ctr">
              <a:spcBef>
                <a:spcPts val="0"/>
              </a:spcBef>
              <a:spcAft>
                <a:spcPts val="0"/>
              </a:spcAft>
              <a:buClr>
                <a:schemeClr val="lt1"/>
              </a:buClr>
              <a:buSzPts val="2800"/>
              <a:buNone/>
              <a:defRPr sz="2800">
                <a:solidFill>
                  <a:schemeClr val="lt1"/>
                </a:solidFill>
              </a:defRPr>
            </a:lvl6pPr>
            <a:lvl7pPr lvl="6" rtl="0" algn="ctr">
              <a:spcBef>
                <a:spcPts val="0"/>
              </a:spcBef>
              <a:spcAft>
                <a:spcPts val="0"/>
              </a:spcAft>
              <a:buClr>
                <a:schemeClr val="lt1"/>
              </a:buClr>
              <a:buSzPts val="2800"/>
              <a:buNone/>
              <a:defRPr sz="2800">
                <a:solidFill>
                  <a:schemeClr val="lt1"/>
                </a:solidFill>
              </a:defRPr>
            </a:lvl7pPr>
            <a:lvl8pPr lvl="7" rtl="0" algn="ctr">
              <a:spcBef>
                <a:spcPts val="0"/>
              </a:spcBef>
              <a:spcAft>
                <a:spcPts val="0"/>
              </a:spcAft>
              <a:buClr>
                <a:schemeClr val="lt1"/>
              </a:buClr>
              <a:buSzPts val="2800"/>
              <a:buNone/>
              <a:defRPr sz="2800">
                <a:solidFill>
                  <a:schemeClr val="lt1"/>
                </a:solidFill>
              </a:defRPr>
            </a:lvl8pPr>
            <a:lvl9pPr lvl="8" rtl="0" algn="ctr">
              <a:spcBef>
                <a:spcPts val="0"/>
              </a:spcBef>
              <a:spcAft>
                <a:spcPts val="0"/>
              </a:spcAft>
              <a:buClr>
                <a:schemeClr val="lt1"/>
              </a:buClr>
              <a:buSzPts val="2800"/>
              <a:buNone/>
              <a:defRPr sz="2800">
                <a:solidFill>
                  <a:schemeClr val="lt1"/>
                </a:solidFill>
              </a:defRPr>
            </a:lvl9pPr>
          </a:lstStyle>
          <a:p/>
        </p:txBody>
      </p:sp>
      <p:sp>
        <p:nvSpPr>
          <p:cNvPr id="7" name="Google Shape;7;p1"/>
          <p:cNvSpPr txBox="1"/>
          <p:nvPr>
            <p:ph idx="1" type="body"/>
          </p:nvPr>
        </p:nvSpPr>
        <p:spPr>
          <a:xfrm>
            <a:off x="713225" y="1152475"/>
            <a:ext cx="7717500" cy="34470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1pPr>
            <a:lvl2pPr indent="-330200" lvl="1" marL="9144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2pPr>
            <a:lvl3pPr indent="-330200" lvl="2" marL="13716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3pPr>
            <a:lvl4pPr indent="-330200" lvl="3" marL="18288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4pPr>
            <a:lvl5pPr indent="-330200" lvl="4" marL="22860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5pPr>
            <a:lvl6pPr indent="-330200" lvl="5" marL="27432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6pPr>
            <a:lvl7pPr indent="-330200" lvl="6" marL="32004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7pPr>
            <a:lvl8pPr indent="-330200" lvl="7" marL="36576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8pPr>
            <a:lvl9pPr indent="-330200" lvl="8" marL="4114800">
              <a:lnSpc>
                <a:spcPct val="100000"/>
              </a:lnSpc>
              <a:spcBef>
                <a:spcPts val="0"/>
              </a:spcBef>
              <a:spcAft>
                <a:spcPts val="0"/>
              </a:spcAft>
              <a:buClr>
                <a:schemeClr val="lt1"/>
              </a:buClr>
              <a:buSzPts val="1600"/>
              <a:buFont typeface="Lato"/>
              <a:buChar char="■"/>
              <a:defRPr sz="1600">
                <a:solidFill>
                  <a:schemeClr val="lt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doi.org/10.1002/sys.2175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sp>
        <p:nvSpPr>
          <p:cNvPr id="1999" name="Google Shape;1999;p34"/>
          <p:cNvSpPr txBox="1"/>
          <p:nvPr>
            <p:ph type="ctrTitle"/>
          </p:nvPr>
        </p:nvSpPr>
        <p:spPr>
          <a:xfrm>
            <a:off x="466650" y="508125"/>
            <a:ext cx="8210700" cy="191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Final Project : Generative AI from OPL to </a:t>
            </a:r>
            <a:r>
              <a:rPr lang="en"/>
              <a:t>Software</a:t>
            </a:r>
            <a:endParaRPr/>
          </a:p>
        </p:txBody>
      </p:sp>
      <p:sp>
        <p:nvSpPr>
          <p:cNvPr id="2000" name="Google Shape;2000;p34"/>
          <p:cNvSpPr txBox="1"/>
          <p:nvPr>
            <p:ph idx="1" type="subTitle"/>
          </p:nvPr>
        </p:nvSpPr>
        <p:spPr>
          <a:xfrm>
            <a:off x="466652" y="4309031"/>
            <a:ext cx="5025600" cy="20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Presenting: Omri Spitzer and Stav Avraham</a:t>
            </a:r>
            <a:endParaRPr/>
          </a:p>
        </p:txBody>
      </p:sp>
      <p:sp>
        <p:nvSpPr>
          <p:cNvPr id="2001" name="Google Shape;2001;p34"/>
          <p:cNvSpPr txBox="1"/>
          <p:nvPr>
            <p:ph idx="1" type="subTitle"/>
          </p:nvPr>
        </p:nvSpPr>
        <p:spPr>
          <a:xfrm>
            <a:off x="3352809" y="2512212"/>
            <a:ext cx="2064300" cy="314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300">
                <a:solidFill>
                  <a:srgbClr val="F3F3F3"/>
                </a:solidFill>
                <a:latin typeface="Nunito Sans Black"/>
                <a:ea typeface="Nunito Sans Black"/>
                <a:cs typeface="Nunito Sans Black"/>
                <a:sym typeface="Nunito Sans Black"/>
              </a:rPr>
              <a:t>26-1-R-7</a:t>
            </a:r>
            <a:endParaRPr sz="1200">
              <a:solidFill>
                <a:srgbClr val="F3F3F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5" name="Shape 2005"/>
        <p:cNvGrpSpPr/>
        <p:nvPr/>
      </p:nvGrpSpPr>
      <p:grpSpPr>
        <a:xfrm>
          <a:off x="0" y="0"/>
          <a:ext cx="0" cy="0"/>
          <a:chOff x="0" y="0"/>
          <a:chExt cx="0" cy="0"/>
        </a:xfrm>
      </p:grpSpPr>
      <p:sp>
        <p:nvSpPr>
          <p:cNvPr id="2006" name="Google Shape;2006;p35"/>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2007" name="Google Shape;2007;p35"/>
          <p:cNvSpPr txBox="1"/>
          <p:nvPr>
            <p:ph idx="1" type="body"/>
          </p:nvPr>
        </p:nvSpPr>
        <p:spPr>
          <a:xfrm>
            <a:off x="465100" y="1021650"/>
            <a:ext cx="8307900" cy="3499500"/>
          </a:xfrm>
          <a:prstGeom prst="rect">
            <a:avLst/>
          </a:prstGeom>
        </p:spPr>
        <p:txBody>
          <a:bodyPr anchorCtr="0" anchor="t" bIns="91425" lIns="91425" spcFirstLastPara="1" rIns="91425" wrap="square" tIns="91425">
            <a:noAutofit/>
          </a:bodyPr>
          <a:lstStyle/>
          <a:p>
            <a:pPr indent="-374650" lvl="0" marL="457200" rtl="0" algn="l">
              <a:lnSpc>
                <a:spcPct val="200000"/>
              </a:lnSpc>
              <a:spcBef>
                <a:spcPts val="0"/>
              </a:spcBef>
              <a:spcAft>
                <a:spcPts val="0"/>
              </a:spcAft>
              <a:buClr>
                <a:srgbClr val="FFFFFF"/>
              </a:buClr>
              <a:buSzPts val="2300"/>
              <a:buChar char="●"/>
            </a:pPr>
            <a:r>
              <a:rPr lang="en" sz="1900">
                <a:solidFill>
                  <a:srgbClr val="FFFFFF"/>
                </a:solidFill>
              </a:rPr>
              <a:t>Software development </a:t>
            </a:r>
            <a:r>
              <a:rPr b="1" lang="en" sz="1900">
                <a:solidFill>
                  <a:srgbClr val="FFFFFF"/>
                </a:solidFill>
              </a:rPr>
              <a:t>begins</a:t>
            </a:r>
            <a:r>
              <a:rPr lang="en" sz="1900">
                <a:solidFill>
                  <a:srgbClr val="FFFFFF"/>
                </a:solidFill>
              </a:rPr>
              <a:t> with client requirements.</a:t>
            </a:r>
            <a:endParaRPr sz="1900">
              <a:solidFill>
                <a:srgbClr val="FFFFFF"/>
              </a:solidFill>
            </a:endParaRPr>
          </a:p>
          <a:p>
            <a:pPr indent="-374650" lvl="0" marL="457200" rtl="0" algn="l">
              <a:lnSpc>
                <a:spcPct val="200000"/>
              </a:lnSpc>
              <a:spcBef>
                <a:spcPts val="0"/>
              </a:spcBef>
              <a:spcAft>
                <a:spcPts val="0"/>
              </a:spcAft>
              <a:buClr>
                <a:srgbClr val="FFFFFF"/>
              </a:buClr>
              <a:buSzPts val="2300"/>
              <a:buChar char="●"/>
            </a:pPr>
            <a:r>
              <a:rPr lang="en" sz="1900">
                <a:solidFill>
                  <a:srgbClr val="FFFFFF"/>
                </a:solidFill>
              </a:rPr>
              <a:t>Used s</a:t>
            </a:r>
            <a:r>
              <a:rPr lang="en" sz="1900">
                <a:solidFill>
                  <a:srgbClr val="FFFFFF"/>
                </a:solidFill>
              </a:rPr>
              <a:t>ystem models: </a:t>
            </a:r>
            <a:r>
              <a:rPr b="1" lang="en" sz="1900">
                <a:solidFill>
                  <a:srgbClr val="FFFFFF"/>
                </a:solidFill>
              </a:rPr>
              <a:t>UML, SysML, OPM</a:t>
            </a:r>
            <a:endParaRPr b="1" sz="1900">
              <a:solidFill>
                <a:srgbClr val="FFFFFF"/>
              </a:solidFill>
            </a:endParaRPr>
          </a:p>
          <a:p>
            <a:pPr indent="-349250" lvl="0" marL="457200" rtl="0" algn="l">
              <a:lnSpc>
                <a:spcPct val="200000"/>
              </a:lnSpc>
              <a:spcBef>
                <a:spcPts val="0"/>
              </a:spcBef>
              <a:spcAft>
                <a:spcPts val="0"/>
              </a:spcAft>
              <a:buClr>
                <a:srgbClr val="FFFFFF"/>
              </a:buClr>
              <a:buSzPts val="1900"/>
              <a:buChar char="●"/>
            </a:pPr>
            <a:r>
              <a:rPr lang="en" sz="1900">
                <a:solidFill>
                  <a:srgbClr val="FFFFFF"/>
                </a:solidFill>
              </a:rPr>
              <a:t>Current users use </a:t>
            </a:r>
            <a:r>
              <a:rPr b="1" lang="en" sz="1900">
                <a:solidFill>
                  <a:srgbClr val="FFFFFF"/>
                </a:solidFill>
              </a:rPr>
              <a:t>GenAI</a:t>
            </a:r>
            <a:endParaRPr b="1" sz="1900">
              <a:solidFill>
                <a:srgbClr val="FFFFFF"/>
              </a:solidFill>
            </a:endParaRPr>
          </a:p>
          <a:p>
            <a:pPr indent="-374650" lvl="0" marL="457200" rtl="0" algn="l">
              <a:lnSpc>
                <a:spcPct val="200000"/>
              </a:lnSpc>
              <a:spcBef>
                <a:spcPts val="0"/>
              </a:spcBef>
              <a:spcAft>
                <a:spcPts val="0"/>
              </a:spcAft>
              <a:buClr>
                <a:srgbClr val="FFFFFF"/>
              </a:buClr>
              <a:buSzPts val="2300"/>
              <a:buChar char="●"/>
            </a:pPr>
            <a:r>
              <a:rPr lang="en" sz="1900">
                <a:solidFill>
                  <a:srgbClr val="FFFFFF"/>
                </a:solidFill>
              </a:rPr>
              <a:t>GenAI agents </a:t>
            </a:r>
            <a:r>
              <a:rPr b="1" lang="en" sz="1900">
                <a:solidFill>
                  <a:srgbClr val="FFFFFF"/>
                </a:solidFill>
              </a:rPr>
              <a:t>lead</a:t>
            </a:r>
            <a:r>
              <a:rPr lang="en" sz="1900">
                <a:solidFill>
                  <a:srgbClr val="FFFFFF"/>
                </a:solidFill>
              </a:rPr>
              <a:t> to malfunctions and </a:t>
            </a:r>
            <a:r>
              <a:rPr lang="en" sz="1900">
                <a:solidFill>
                  <a:srgbClr val="FFFFFF"/>
                </a:solidFill>
              </a:rPr>
              <a:t>hallucinations</a:t>
            </a:r>
            <a:r>
              <a:rPr lang="en" sz="1900">
                <a:solidFill>
                  <a:srgbClr val="FFFFFF"/>
                </a:solidFill>
              </a:rPr>
              <a:t> </a:t>
            </a:r>
            <a:endParaRPr sz="1900">
              <a:solidFill>
                <a:srgbClr val="FFFFFF"/>
              </a:solidFill>
            </a:endParaRPr>
          </a:p>
          <a:p>
            <a:pPr indent="-374650" lvl="0" marL="457200" rtl="0" algn="l">
              <a:lnSpc>
                <a:spcPct val="200000"/>
              </a:lnSpc>
              <a:spcBef>
                <a:spcPts val="0"/>
              </a:spcBef>
              <a:spcAft>
                <a:spcPts val="0"/>
              </a:spcAft>
              <a:buClr>
                <a:srgbClr val="FFFFFF"/>
              </a:buClr>
              <a:buSzPts val="2300"/>
              <a:buChar char="●"/>
            </a:pPr>
            <a:r>
              <a:rPr lang="en" sz="1900">
                <a:solidFill>
                  <a:srgbClr val="FFFFFF"/>
                </a:solidFill>
              </a:rPr>
              <a:t>We focus on </a:t>
            </a:r>
            <a:r>
              <a:rPr b="1" lang="en" sz="1900">
                <a:solidFill>
                  <a:srgbClr val="FFFFFF"/>
                </a:solidFill>
              </a:rPr>
              <a:t>OPM</a:t>
            </a:r>
            <a:r>
              <a:rPr lang="en" sz="1900">
                <a:solidFill>
                  <a:srgbClr val="FFFFFF"/>
                </a:solidFill>
              </a:rPr>
              <a:t> and its corresponding language - </a:t>
            </a:r>
            <a:r>
              <a:rPr b="1" lang="en" sz="1900">
                <a:solidFill>
                  <a:srgbClr val="FFFFFF"/>
                </a:solidFill>
              </a:rPr>
              <a:t>OPL</a:t>
            </a:r>
            <a:endParaRPr b="1" sz="19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pic>
        <p:nvPicPr>
          <p:cNvPr id="2012" name="Google Shape;2012;p36"/>
          <p:cNvPicPr preferRelativeResize="0"/>
          <p:nvPr/>
        </p:nvPicPr>
        <p:blipFill>
          <a:blip r:embed="rId3">
            <a:alphaModFix/>
          </a:blip>
          <a:stretch>
            <a:fillRect/>
          </a:stretch>
        </p:blipFill>
        <p:spPr>
          <a:xfrm>
            <a:off x="937900" y="279400"/>
            <a:ext cx="7268200" cy="4134800"/>
          </a:xfrm>
          <a:prstGeom prst="rect">
            <a:avLst/>
          </a:prstGeom>
          <a:noFill/>
          <a:ln>
            <a:noFill/>
          </a:ln>
        </p:spPr>
      </p:pic>
      <p:sp>
        <p:nvSpPr>
          <p:cNvPr id="2013" name="Google Shape;2013;p36"/>
          <p:cNvSpPr txBox="1"/>
          <p:nvPr/>
        </p:nvSpPr>
        <p:spPr>
          <a:xfrm>
            <a:off x="172650" y="4474475"/>
            <a:ext cx="8798700" cy="489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n" sz="900"/>
              <a:t>Levi-Soskin, N., Marwedel, S., Jbara, A., &amp; Dori, D. (2024). Enhancing conceptual models with computational capabilities: A methodical approach to executable integrative modeling. </a:t>
            </a:r>
            <a:r>
              <a:rPr b="1" i="1" lang="en" sz="900"/>
              <a:t>Systems Engineering, 27</a:t>
            </a:r>
            <a:r>
              <a:rPr b="1" lang="en" sz="900"/>
              <a:t>, 759–770. </a:t>
            </a:r>
            <a:r>
              <a:rPr b="1" lang="en" sz="900" u="sng">
                <a:solidFill>
                  <a:srgbClr val="1155CC"/>
                </a:solidFill>
                <a:hlinkClick r:id="rId4">
                  <a:extLst>
                    <a:ext uri="{A12FA001-AC4F-418D-AE19-62706E023703}">
                      <ahyp:hlinkClr val="tx"/>
                    </a:ext>
                  </a:extLst>
                </a:hlinkClick>
              </a:rPr>
              <a:t>https://doi.org/10.1002/sys.21750</a:t>
            </a:r>
            <a:endParaRPr b="1"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37"/>
          <p:cNvSpPr txBox="1"/>
          <p:nvPr>
            <p:ph type="title"/>
          </p:nvPr>
        </p:nvSpPr>
        <p:spPr>
          <a:xfrm>
            <a:off x="713250" y="556666"/>
            <a:ext cx="7717500" cy="29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Background</a:t>
            </a:r>
            <a:endParaRPr/>
          </a:p>
        </p:txBody>
      </p:sp>
      <p:sp>
        <p:nvSpPr>
          <p:cNvPr id="2019" name="Google Shape;2019;p37"/>
          <p:cNvSpPr txBox="1"/>
          <p:nvPr>
            <p:ph idx="1" type="body"/>
          </p:nvPr>
        </p:nvSpPr>
        <p:spPr>
          <a:xfrm>
            <a:off x="713250" y="1175575"/>
            <a:ext cx="7717500" cy="3499500"/>
          </a:xfrm>
          <a:prstGeom prst="rect">
            <a:avLst/>
          </a:prstGeom>
        </p:spPr>
        <p:txBody>
          <a:bodyPr anchorCtr="0" anchor="t" bIns="91425" lIns="91425" spcFirstLastPara="1" rIns="91425" wrap="square" tIns="91425">
            <a:noAutofit/>
          </a:bodyPr>
          <a:lstStyle/>
          <a:p>
            <a:pPr indent="-374650" lvl="0" marL="457200" rtl="0" algn="l">
              <a:lnSpc>
                <a:spcPct val="100000"/>
              </a:lnSpc>
              <a:spcBef>
                <a:spcPts val="0"/>
              </a:spcBef>
              <a:spcAft>
                <a:spcPts val="0"/>
              </a:spcAft>
              <a:buSzPts val="2300"/>
              <a:buChar char="●"/>
            </a:pPr>
            <a:r>
              <a:rPr lang="en" sz="1900" u="sng"/>
              <a:t>ChatGPT </a:t>
            </a:r>
            <a:r>
              <a:rPr lang="en" sz="1900"/>
              <a:t>- User </a:t>
            </a:r>
            <a:r>
              <a:rPr lang="en" sz="1900"/>
              <a:t>friendly</a:t>
            </a:r>
            <a:r>
              <a:rPr lang="en" sz="1900"/>
              <a:t> genAI. May cause</a:t>
            </a:r>
            <a:r>
              <a:rPr b="1" lang="en" sz="1900"/>
              <a:t> hallucinations </a:t>
            </a:r>
            <a:r>
              <a:rPr lang="en" sz="1900"/>
              <a:t>that require validation layers.</a:t>
            </a:r>
            <a:br>
              <a:rPr lang="en" sz="1900"/>
            </a:br>
            <a:endParaRPr sz="1900"/>
          </a:p>
          <a:p>
            <a:pPr indent="-349250" lvl="0" marL="457200" rtl="0" algn="l">
              <a:lnSpc>
                <a:spcPct val="100000"/>
              </a:lnSpc>
              <a:spcBef>
                <a:spcPts val="0"/>
              </a:spcBef>
              <a:spcAft>
                <a:spcPts val="0"/>
              </a:spcAft>
              <a:buSzPts val="1900"/>
              <a:buChar char="●"/>
            </a:pPr>
            <a:r>
              <a:rPr lang="en" sz="1900" u="sng"/>
              <a:t>Base44</a:t>
            </a:r>
            <a:r>
              <a:rPr lang="en" sz="1900"/>
              <a:t> - Application for  full-stack builder using AI. </a:t>
            </a:r>
            <a:r>
              <a:rPr b="1" lang="en" sz="1900"/>
              <a:t>No formal evidence</a:t>
            </a:r>
            <a:r>
              <a:rPr lang="en" sz="1900"/>
              <a:t> for transformation </a:t>
            </a:r>
            <a:r>
              <a:rPr lang="en" sz="1900"/>
              <a:t>requirements</a:t>
            </a:r>
            <a:r>
              <a:rPr lang="en" sz="1900"/>
              <a:t> correctness.</a:t>
            </a:r>
            <a:endParaRPr sz="1900"/>
          </a:p>
          <a:p>
            <a:pPr indent="0" lvl="0" marL="0" rtl="0" algn="l">
              <a:lnSpc>
                <a:spcPct val="100000"/>
              </a:lnSpc>
              <a:spcBef>
                <a:spcPts val="0"/>
              </a:spcBef>
              <a:spcAft>
                <a:spcPts val="0"/>
              </a:spcAft>
              <a:buNone/>
            </a:pPr>
            <a:r>
              <a:t/>
            </a:r>
            <a:endParaRPr sz="1900"/>
          </a:p>
          <a:p>
            <a:pPr indent="-349250" lvl="0" marL="457200" rtl="0" algn="l">
              <a:lnSpc>
                <a:spcPct val="100000"/>
              </a:lnSpc>
              <a:spcBef>
                <a:spcPts val="0"/>
              </a:spcBef>
              <a:spcAft>
                <a:spcPts val="0"/>
              </a:spcAft>
              <a:buSzPts val="1900"/>
              <a:buChar char="●"/>
            </a:pPr>
            <a:r>
              <a:rPr lang="en" sz="1900" u="sng"/>
              <a:t>Visual Paradigm</a:t>
            </a:r>
            <a:r>
              <a:rPr lang="en" sz="1900"/>
              <a:t> - Full system designer with class generator option. </a:t>
            </a:r>
            <a:r>
              <a:rPr b="1" lang="en" sz="1900"/>
              <a:t>Non-executable code</a:t>
            </a:r>
            <a:r>
              <a:rPr lang="en" sz="1900"/>
              <a:t> generated.</a:t>
            </a:r>
            <a:endParaRPr sz="1900"/>
          </a:p>
          <a:p>
            <a:pPr indent="0" lvl="0" marL="457200" rtl="0" algn="l">
              <a:lnSpc>
                <a:spcPct val="100000"/>
              </a:lnSpc>
              <a:spcBef>
                <a:spcPts val="0"/>
              </a:spcBef>
              <a:spcAft>
                <a:spcPts val="0"/>
              </a:spcAft>
              <a:buNone/>
            </a:pPr>
            <a:r>
              <a:t/>
            </a:r>
            <a:endParaRPr sz="1900"/>
          </a:p>
          <a:p>
            <a:pPr indent="-349250" lvl="0" marL="457200" rtl="0" algn="l">
              <a:lnSpc>
                <a:spcPct val="100000"/>
              </a:lnSpc>
              <a:spcBef>
                <a:spcPts val="0"/>
              </a:spcBef>
              <a:spcAft>
                <a:spcPts val="0"/>
              </a:spcAft>
              <a:buSzPts val="1900"/>
              <a:buChar char="●"/>
            </a:pPr>
            <a:r>
              <a:rPr lang="en" sz="1900" u="sng"/>
              <a:t>MAXIM via OPCloud</a:t>
            </a:r>
            <a:r>
              <a:rPr lang="en" sz="1900"/>
              <a:t> - OPM model interactions </a:t>
            </a:r>
            <a:r>
              <a:rPr lang="en" sz="1900"/>
              <a:t>visualizer</a:t>
            </a:r>
            <a:r>
              <a:rPr lang="en" sz="1900"/>
              <a:t>. </a:t>
            </a:r>
            <a:r>
              <a:rPr b="1" lang="en" sz="1900"/>
              <a:t>Doesn’t generate code</a:t>
            </a:r>
            <a:r>
              <a:rPr lang="en" sz="1900"/>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38"/>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t>Research Questions</a:t>
            </a:r>
            <a:endParaRPr/>
          </a:p>
        </p:txBody>
      </p:sp>
      <p:sp>
        <p:nvSpPr>
          <p:cNvPr id="2025" name="Google Shape;2025;p38"/>
          <p:cNvSpPr txBox="1"/>
          <p:nvPr>
            <p:ph idx="1" type="body"/>
          </p:nvPr>
        </p:nvSpPr>
        <p:spPr>
          <a:xfrm>
            <a:off x="255350" y="1049000"/>
            <a:ext cx="8736600" cy="3499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200" u="sng"/>
              <a:t>RQ1:</a:t>
            </a:r>
            <a:r>
              <a:rPr lang="en" sz="2200"/>
              <a:t> Does code generated by an AI agent pre-trained on OPL logic, is more consistent with client requirements, compared to code developed manually by human programmers?</a:t>
            </a:r>
            <a:endParaRPr sz="2200"/>
          </a:p>
          <a:p>
            <a:pPr indent="0" lvl="0" marL="0" rtl="0" algn="l">
              <a:lnSpc>
                <a:spcPct val="150000"/>
              </a:lnSpc>
              <a:spcBef>
                <a:spcPts val="0"/>
              </a:spcBef>
              <a:spcAft>
                <a:spcPts val="0"/>
              </a:spcAft>
              <a:buNone/>
            </a:pPr>
            <a:r>
              <a:t/>
            </a:r>
            <a:endParaRPr sz="2200" u="sng"/>
          </a:p>
          <a:p>
            <a:pPr indent="0" lvl="0" marL="0" rtl="0" algn="l">
              <a:lnSpc>
                <a:spcPct val="150000"/>
              </a:lnSpc>
              <a:spcBef>
                <a:spcPts val="0"/>
              </a:spcBef>
              <a:spcAft>
                <a:spcPts val="0"/>
              </a:spcAft>
              <a:buNone/>
            </a:pPr>
            <a:r>
              <a:rPr lang="en" sz="2200" u="sng"/>
              <a:t>RQ2</a:t>
            </a:r>
            <a:r>
              <a:rPr lang="en" sz="2200"/>
              <a:t>: To what extent do the results generated by the AI agent meet the specified client requirements, while being executable? </a:t>
            </a:r>
            <a:br>
              <a:rPr lang="en" sz="2200"/>
            </a:br>
            <a:br>
              <a:rPr lang="en" sz="2200"/>
            </a:b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39"/>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Answers to Research Questions</a:t>
            </a:r>
            <a:endParaRPr/>
          </a:p>
        </p:txBody>
      </p:sp>
      <p:sp>
        <p:nvSpPr>
          <p:cNvPr id="2031" name="Google Shape;2031;p39"/>
          <p:cNvSpPr txBox="1"/>
          <p:nvPr>
            <p:ph idx="1" type="body"/>
          </p:nvPr>
        </p:nvSpPr>
        <p:spPr>
          <a:xfrm>
            <a:off x="713225" y="1021650"/>
            <a:ext cx="7717500" cy="34995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2200" u="sng"/>
              <a:t>ANS</a:t>
            </a:r>
            <a:r>
              <a:rPr lang="en" sz="2200" u="sng"/>
              <a:t>1:</a:t>
            </a:r>
            <a:r>
              <a:rPr lang="en" sz="2200"/>
              <a:t>  Comparing code generated by the proposed AI agent with human generated code, using the evaluation metrics proposed.  </a:t>
            </a:r>
            <a:endParaRPr sz="2200"/>
          </a:p>
          <a:p>
            <a:pPr indent="0" lvl="0" marL="0" rtl="0" algn="l">
              <a:lnSpc>
                <a:spcPct val="150000"/>
              </a:lnSpc>
              <a:spcBef>
                <a:spcPts val="0"/>
              </a:spcBef>
              <a:spcAft>
                <a:spcPts val="0"/>
              </a:spcAft>
              <a:buNone/>
            </a:pPr>
            <a:r>
              <a:t/>
            </a:r>
            <a:endParaRPr sz="2200" u="sng"/>
          </a:p>
          <a:p>
            <a:pPr indent="0" lvl="0" marL="0" rtl="0" algn="l">
              <a:lnSpc>
                <a:spcPct val="150000"/>
              </a:lnSpc>
              <a:spcBef>
                <a:spcPts val="0"/>
              </a:spcBef>
              <a:spcAft>
                <a:spcPts val="0"/>
              </a:spcAft>
              <a:buNone/>
            </a:pPr>
            <a:r>
              <a:rPr lang="en" sz="2200" u="sng"/>
              <a:t>ANS2</a:t>
            </a:r>
            <a:r>
              <a:rPr lang="en" sz="2200"/>
              <a:t>: Succeeding in  the Success Factors (executable code, coverage score, ext.).</a:t>
            </a:r>
            <a:br>
              <a:rPr lang="en" sz="2200"/>
            </a:br>
            <a:br>
              <a:rPr lang="en" sz="2200"/>
            </a:br>
            <a:endParaRPr sz="2200"/>
          </a:p>
          <a:p>
            <a:pPr indent="0" lvl="0" marL="0" rtl="0" algn="l">
              <a:lnSpc>
                <a:spcPct val="150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5" name="Shape 2035"/>
        <p:cNvGrpSpPr/>
        <p:nvPr/>
      </p:nvGrpSpPr>
      <p:grpSpPr>
        <a:xfrm>
          <a:off x="0" y="0"/>
          <a:ext cx="0" cy="0"/>
          <a:chOff x="0" y="0"/>
          <a:chExt cx="0" cy="0"/>
        </a:xfrm>
      </p:grpSpPr>
      <p:sp>
        <p:nvSpPr>
          <p:cNvPr id="2036" name="Google Shape;2036;p40"/>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t>Our Solution</a:t>
            </a:r>
            <a:endParaRPr/>
          </a:p>
        </p:txBody>
      </p:sp>
      <p:pic>
        <p:nvPicPr>
          <p:cNvPr id="2037" name="Google Shape;2037;p40"/>
          <p:cNvPicPr preferRelativeResize="0"/>
          <p:nvPr/>
        </p:nvPicPr>
        <p:blipFill rotWithShape="1">
          <a:blip r:embed="rId3">
            <a:alphaModFix/>
          </a:blip>
          <a:srcRect b="18434" l="0" r="2676" t="0"/>
          <a:stretch/>
        </p:blipFill>
        <p:spPr>
          <a:xfrm>
            <a:off x="385375" y="1290975"/>
            <a:ext cx="8373251" cy="2844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1" name="Shape 2041"/>
        <p:cNvGrpSpPr/>
        <p:nvPr/>
      </p:nvGrpSpPr>
      <p:grpSpPr>
        <a:xfrm>
          <a:off x="0" y="0"/>
          <a:ext cx="0" cy="0"/>
          <a:chOff x="0" y="0"/>
          <a:chExt cx="0" cy="0"/>
        </a:xfrm>
      </p:grpSpPr>
      <p:sp>
        <p:nvSpPr>
          <p:cNvPr id="2042" name="Google Shape;2042;p41"/>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Our Solution</a:t>
            </a:r>
            <a:endParaRPr/>
          </a:p>
        </p:txBody>
      </p:sp>
      <p:pic>
        <p:nvPicPr>
          <p:cNvPr id="2043" name="Google Shape;2043;p41"/>
          <p:cNvPicPr preferRelativeResize="0"/>
          <p:nvPr/>
        </p:nvPicPr>
        <p:blipFill rotWithShape="1">
          <a:blip r:embed="rId3">
            <a:alphaModFix/>
          </a:blip>
          <a:srcRect b="30537" l="998" r="2093" t="4726"/>
          <a:stretch/>
        </p:blipFill>
        <p:spPr>
          <a:xfrm>
            <a:off x="469925" y="1493475"/>
            <a:ext cx="8204151" cy="2156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sp>
        <p:nvSpPr>
          <p:cNvPr id="2048" name="Google Shape;2048;p42"/>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t>Architecture</a:t>
            </a:r>
            <a:endParaRPr/>
          </a:p>
        </p:txBody>
      </p:sp>
      <p:pic>
        <p:nvPicPr>
          <p:cNvPr id="2049" name="Google Shape;2049;p42" title="Package Diagram.jpg"/>
          <p:cNvPicPr preferRelativeResize="0"/>
          <p:nvPr/>
        </p:nvPicPr>
        <p:blipFill>
          <a:blip r:embed="rId3">
            <a:alphaModFix/>
          </a:blip>
          <a:stretch>
            <a:fillRect/>
          </a:stretch>
        </p:blipFill>
        <p:spPr>
          <a:xfrm>
            <a:off x="1191950" y="1104975"/>
            <a:ext cx="6760100" cy="3661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3" name="Shape 2053"/>
        <p:cNvGrpSpPr/>
        <p:nvPr/>
      </p:nvGrpSpPr>
      <p:grpSpPr>
        <a:xfrm>
          <a:off x="0" y="0"/>
          <a:ext cx="0" cy="0"/>
          <a:chOff x="0" y="0"/>
          <a:chExt cx="0" cy="0"/>
        </a:xfrm>
      </p:grpSpPr>
      <p:sp>
        <p:nvSpPr>
          <p:cNvPr id="2054" name="Google Shape;2054;p43"/>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t>Training Flow - Reinforcement Learning</a:t>
            </a:r>
            <a:endParaRPr/>
          </a:p>
        </p:txBody>
      </p:sp>
      <p:pic>
        <p:nvPicPr>
          <p:cNvPr id="2055" name="Google Shape;2055;p43"/>
          <p:cNvPicPr preferRelativeResize="0"/>
          <p:nvPr/>
        </p:nvPicPr>
        <p:blipFill>
          <a:blip r:embed="rId3">
            <a:alphaModFix/>
          </a:blip>
          <a:stretch>
            <a:fillRect/>
          </a:stretch>
        </p:blipFill>
        <p:spPr>
          <a:xfrm>
            <a:off x="249350" y="1219025"/>
            <a:ext cx="8645225" cy="353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9" name="Shape 2059"/>
        <p:cNvGrpSpPr/>
        <p:nvPr/>
      </p:nvGrpSpPr>
      <p:grpSpPr>
        <a:xfrm>
          <a:off x="0" y="0"/>
          <a:ext cx="0" cy="0"/>
          <a:chOff x="0" y="0"/>
          <a:chExt cx="0" cy="0"/>
        </a:xfrm>
      </p:grpSpPr>
      <p:sp>
        <p:nvSpPr>
          <p:cNvPr id="2060" name="Google Shape;2060;p44"/>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Code Generation Flow</a:t>
            </a:r>
            <a:endParaRPr/>
          </a:p>
        </p:txBody>
      </p:sp>
      <p:pic>
        <p:nvPicPr>
          <p:cNvPr id="2061" name="Google Shape;2061;p44"/>
          <p:cNvPicPr preferRelativeResize="0"/>
          <p:nvPr/>
        </p:nvPicPr>
        <p:blipFill>
          <a:blip r:embed="rId3">
            <a:alphaModFix/>
          </a:blip>
          <a:stretch>
            <a:fillRect/>
          </a:stretch>
        </p:blipFill>
        <p:spPr>
          <a:xfrm>
            <a:off x="1175925" y="1199900"/>
            <a:ext cx="6792100" cy="3450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45"/>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t>Success Factors</a:t>
            </a:r>
            <a:endParaRPr/>
          </a:p>
        </p:txBody>
      </p:sp>
      <p:sp>
        <p:nvSpPr>
          <p:cNvPr id="2067" name="Google Shape;2067;p45"/>
          <p:cNvSpPr txBox="1"/>
          <p:nvPr>
            <p:ph idx="1" type="body"/>
          </p:nvPr>
        </p:nvSpPr>
        <p:spPr>
          <a:xfrm>
            <a:off x="713225" y="1021650"/>
            <a:ext cx="7717500" cy="3499500"/>
          </a:xfrm>
          <a:prstGeom prst="rect">
            <a:avLst/>
          </a:prstGeom>
        </p:spPr>
        <p:txBody>
          <a:bodyPr anchorCtr="0" anchor="t" bIns="91425" lIns="91425" spcFirstLastPara="1" rIns="91425" wrap="square" tIns="91425">
            <a:noAutofit/>
          </a:bodyPr>
          <a:lstStyle/>
          <a:p>
            <a:pPr indent="-381000" lvl="0" marL="457200" rtl="0" algn="l">
              <a:lnSpc>
                <a:spcPct val="200000"/>
              </a:lnSpc>
              <a:spcBef>
                <a:spcPts val="0"/>
              </a:spcBef>
              <a:spcAft>
                <a:spcPts val="0"/>
              </a:spcAft>
              <a:buSzPts val="2400"/>
              <a:buChar char="●"/>
            </a:pPr>
            <a:r>
              <a:rPr lang="en" sz="2000"/>
              <a:t>Agent evaluation score </a:t>
            </a:r>
            <a:r>
              <a:rPr b="1" lang="en" sz="2000"/>
              <a:t>above 80% </a:t>
            </a:r>
            <a:endParaRPr b="1" sz="2000"/>
          </a:p>
          <a:p>
            <a:pPr indent="-381000" lvl="0" marL="457200" rtl="0" algn="l">
              <a:lnSpc>
                <a:spcPct val="200000"/>
              </a:lnSpc>
              <a:spcBef>
                <a:spcPts val="0"/>
              </a:spcBef>
              <a:spcAft>
                <a:spcPts val="0"/>
              </a:spcAft>
              <a:buSzPts val="2400"/>
              <a:buChar char="●"/>
            </a:pPr>
            <a:r>
              <a:rPr b="1" lang="en" sz="2000"/>
              <a:t>Superior performance</a:t>
            </a:r>
            <a:r>
              <a:rPr lang="en" sz="2000"/>
              <a:t> compared Gemini </a:t>
            </a:r>
            <a:endParaRPr sz="2000"/>
          </a:p>
          <a:p>
            <a:pPr indent="-381000" lvl="0" marL="457200" rtl="0" algn="l">
              <a:lnSpc>
                <a:spcPct val="200000"/>
              </a:lnSpc>
              <a:spcBef>
                <a:spcPts val="0"/>
              </a:spcBef>
              <a:spcAft>
                <a:spcPts val="0"/>
              </a:spcAft>
              <a:buSzPts val="2400"/>
              <a:buChar char="●"/>
            </a:pPr>
            <a:r>
              <a:rPr b="1" lang="en" sz="2000"/>
              <a:t>Executable </a:t>
            </a:r>
            <a:r>
              <a:rPr lang="en" sz="2000"/>
              <a:t>code generation</a:t>
            </a:r>
            <a:endParaRPr sz="2000"/>
          </a:p>
          <a:p>
            <a:pPr indent="-381000" lvl="0" marL="457200" rtl="0" algn="l">
              <a:lnSpc>
                <a:spcPct val="200000"/>
              </a:lnSpc>
              <a:spcBef>
                <a:spcPts val="0"/>
              </a:spcBef>
              <a:spcAft>
                <a:spcPts val="0"/>
              </a:spcAft>
              <a:buSzPts val="2400"/>
              <a:buChar char="●"/>
            </a:pPr>
            <a:r>
              <a:rPr lang="en" sz="2000"/>
              <a:t>Requirement implementation score </a:t>
            </a:r>
            <a:r>
              <a:rPr b="1" lang="en" sz="2000"/>
              <a:t>above 90%</a:t>
            </a:r>
            <a:r>
              <a:rPr lang="en" sz="2000"/>
              <a:t> </a:t>
            </a:r>
            <a:endParaRPr sz="2000"/>
          </a:p>
          <a:p>
            <a:pPr indent="-381000" lvl="0" marL="457200" rtl="0" algn="l">
              <a:lnSpc>
                <a:spcPct val="200000"/>
              </a:lnSpc>
              <a:spcBef>
                <a:spcPts val="0"/>
              </a:spcBef>
              <a:spcAft>
                <a:spcPts val="0"/>
              </a:spcAft>
              <a:buSzPts val="2400"/>
              <a:buChar char="●"/>
            </a:pPr>
            <a:r>
              <a:rPr b="1" lang="en" sz="2000"/>
              <a:t>Logical correctness</a:t>
            </a:r>
            <a:r>
              <a:rPr lang="en" sz="2000"/>
              <a:t> of generated output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1" name="Shape 2071"/>
        <p:cNvGrpSpPr/>
        <p:nvPr/>
      </p:nvGrpSpPr>
      <p:grpSpPr>
        <a:xfrm>
          <a:off x="0" y="0"/>
          <a:ext cx="0" cy="0"/>
          <a:chOff x="0" y="0"/>
          <a:chExt cx="0" cy="0"/>
        </a:xfrm>
      </p:grpSpPr>
      <p:sp>
        <p:nvSpPr>
          <p:cNvPr id="2072" name="Google Shape;2072;p46"/>
          <p:cNvSpPr txBox="1"/>
          <p:nvPr>
            <p:ph type="title"/>
          </p:nvPr>
        </p:nvSpPr>
        <p:spPr>
          <a:xfrm>
            <a:off x="713225" y="585216"/>
            <a:ext cx="7717500" cy="29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Testing Plan</a:t>
            </a:r>
            <a:endParaRPr/>
          </a:p>
        </p:txBody>
      </p:sp>
      <p:graphicFrame>
        <p:nvGraphicFramePr>
          <p:cNvPr id="2073" name="Google Shape;2073;p46"/>
          <p:cNvGraphicFramePr/>
          <p:nvPr/>
        </p:nvGraphicFramePr>
        <p:xfrm>
          <a:off x="461750" y="1183425"/>
          <a:ext cx="3000000" cy="3000000"/>
        </p:xfrm>
        <a:graphic>
          <a:graphicData uri="http://schemas.openxmlformats.org/drawingml/2006/table">
            <a:tbl>
              <a:tblPr>
                <a:noFill/>
                <a:tableStyleId>{5F03E03E-28B9-418B-8AA9-31BC6B112287}</a:tableStyleId>
              </a:tblPr>
              <a:tblGrid>
                <a:gridCol w="3460825"/>
                <a:gridCol w="4788475"/>
              </a:tblGrid>
              <a:tr h="539500">
                <a:tc>
                  <a:txBody>
                    <a:bodyPr/>
                    <a:lstStyle/>
                    <a:p>
                      <a:pPr indent="0" lvl="0" marL="0" rtl="0" algn="ctr">
                        <a:spcBef>
                          <a:spcPts val="0"/>
                        </a:spcBef>
                        <a:spcAft>
                          <a:spcPts val="0"/>
                        </a:spcAft>
                        <a:buNone/>
                      </a:pPr>
                      <a:r>
                        <a:rPr lang="en" sz="2100">
                          <a:solidFill>
                            <a:schemeClr val="dk1"/>
                          </a:solidFill>
                          <a:latin typeface="Lato Black"/>
                          <a:ea typeface="Lato Black"/>
                          <a:cs typeface="Lato Black"/>
                          <a:sym typeface="Lato Black"/>
                        </a:rPr>
                        <a:t>Test</a:t>
                      </a:r>
                      <a:endParaRPr sz="2100">
                        <a:solidFill>
                          <a:schemeClr val="dk1"/>
                        </a:solidFill>
                        <a:latin typeface="Lato Black"/>
                        <a:ea typeface="Lato Black"/>
                        <a:cs typeface="Lato Black"/>
                        <a:sym typeface="Lato Blac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2100">
                          <a:solidFill>
                            <a:schemeClr val="dk1"/>
                          </a:solidFill>
                          <a:latin typeface="Lato Black"/>
                          <a:ea typeface="Lato Black"/>
                          <a:cs typeface="Lato Black"/>
                          <a:sym typeface="Lato Black"/>
                        </a:rPr>
                        <a:t>Explanation</a:t>
                      </a:r>
                      <a:endParaRPr sz="2100">
                        <a:solidFill>
                          <a:schemeClr val="dk1"/>
                        </a:solidFill>
                        <a:latin typeface="Lato Black"/>
                        <a:ea typeface="Lato Black"/>
                        <a:cs typeface="Lato Black"/>
                        <a:sym typeface="Lato Black"/>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719375">
                <a:tc>
                  <a:txBody>
                    <a:bodyPr/>
                    <a:lstStyle/>
                    <a:p>
                      <a:pPr indent="0" lvl="0" marL="0" rtl="0" algn="l">
                        <a:spcBef>
                          <a:spcPts val="0"/>
                        </a:spcBef>
                        <a:spcAft>
                          <a:spcPts val="0"/>
                        </a:spcAft>
                        <a:buNone/>
                      </a:pPr>
                      <a:r>
                        <a:rPr b="1" lang="en" sz="1600">
                          <a:solidFill>
                            <a:schemeClr val="dk1"/>
                          </a:solidFill>
                        </a:rPr>
                        <a:t>Executable Output After Training</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lang="en" sz="1600">
                          <a:solidFill>
                            <a:schemeClr val="dk1"/>
                          </a:solidFill>
                        </a:rPr>
                        <a:t>Code runs without runtime errors and logically correct</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FEFEF"/>
                    </a:solidFill>
                  </a:tcPr>
                </a:tc>
              </a:tr>
              <a:tr h="719375">
                <a:tc>
                  <a:txBody>
                    <a:bodyPr/>
                    <a:lstStyle/>
                    <a:p>
                      <a:pPr indent="0" lvl="0" marL="0" rtl="0" algn="l">
                        <a:spcBef>
                          <a:spcPts val="0"/>
                        </a:spcBef>
                        <a:spcAft>
                          <a:spcPts val="0"/>
                        </a:spcAft>
                        <a:buNone/>
                      </a:pPr>
                      <a:r>
                        <a:rPr b="1" lang="en" sz="1600">
                          <a:solidFill>
                            <a:schemeClr val="dk1"/>
                          </a:solidFill>
                        </a:rPr>
                        <a:t>Code Generation Trigger</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solidFill>
                            <a:schemeClr val="dk1"/>
                          </a:solidFill>
                        </a:rPr>
                        <a:t>Code file is generated and returned without system crash</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57750">
                <a:tc>
                  <a:txBody>
                    <a:bodyPr/>
                    <a:lstStyle/>
                    <a:p>
                      <a:pPr indent="0" lvl="0" marL="0" rtl="0" algn="l">
                        <a:spcBef>
                          <a:spcPts val="0"/>
                        </a:spcBef>
                        <a:spcAft>
                          <a:spcPts val="0"/>
                        </a:spcAft>
                        <a:buNone/>
                      </a:pPr>
                      <a:r>
                        <a:rPr b="1" lang="en" sz="1600">
                          <a:solidFill>
                            <a:schemeClr val="dk1"/>
                          </a:solidFill>
                        </a:rPr>
                        <a:t>Performance Constraint</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lang="en" sz="1600">
                          <a:solidFill>
                            <a:schemeClr val="dk1"/>
                          </a:solidFill>
                        </a:rPr>
                        <a:t>Most training OPL score above 80%</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FEFEF"/>
                    </a:solidFill>
                  </a:tcPr>
                </a:tc>
              </a:tr>
              <a:tr h="457750">
                <a:tc>
                  <a:txBody>
                    <a:bodyPr/>
                    <a:lstStyle/>
                    <a:p>
                      <a:pPr indent="0" lvl="0" marL="0" rtl="0" algn="l">
                        <a:spcBef>
                          <a:spcPts val="0"/>
                        </a:spcBef>
                        <a:spcAft>
                          <a:spcPts val="0"/>
                        </a:spcAft>
                        <a:buNone/>
                      </a:pPr>
                      <a:r>
                        <a:rPr b="1" lang="en" sz="1600">
                          <a:solidFill>
                            <a:schemeClr val="dk1"/>
                          </a:solidFill>
                        </a:rPr>
                        <a:t>Gemini API Connection</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600">
                          <a:solidFill>
                            <a:schemeClr val="dk1"/>
                          </a:solidFill>
                        </a:rPr>
                        <a:t>Successful connection with Gemini API</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719375">
                <a:tc>
                  <a:txBody>
                    <a:bodyPr/>
                    <a:lstStyle/>
                    <a:p>
                      <a:pPr indent="0" lvl="0" marL="0" rtl="0" algn="l">
                        <a:spcBef>
                          <a:spcPts val="0"/>
                        </a:spcBef>
                        <a:spcAft>
                          <a:spcPts val="0"/>
                        </a:spcAft>
                        <a:buNone/>
                      </a:pPr>
                      <a:r>
                        <a:rPr b="1" lang="en" sz="1600">
                          <a:solidFill>
                            <a:schemeClr val="dk1"/>
                          </a:solidFill>
                        </a:rPr>
                        <a:t>Time Constraint</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FEFEF"/>
                    </a:solidFill>
                  </a:tcPr>
                </a:tc>
                <a:tc>
                  <a:txBody>
                    <a:bodyPr/>
                    <a:lstStyle/>
                    <a:p>
                      <a:pPr indent="0" lvl="0" marL="0" rtl="0" algn="l">
                        <a:spcBef>
                          <a:spcPts val="0"/>
                        </a:spcBef>
                        <a:spcAft>
                          <a:spcPts val="0"/>
                        </a:spcAft>
                        <a:buNone/>
                      </a:pPr>
                      <a:r>
                        <a:rPr lang="en" sz="1600">
                          <a:solidFill>
                            <a:schemeClr val="dk1"/>
                          </a:solidFill>
                        </a:rPr>
                        <a:t>System can handle large objects and processes</a:t>
                      </a:r>
                      <a:endParaRPr b="1" sz="2100">
                        <a:solidFill>
                          <a:schemeClr val="dk1"/>
                        </a:solidFill>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FEFE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47"/>
          <p:cNvSpPr txBox="1"/>
          <p:nvPr>
            <p:ph type="title"/>
          </p:nvPr>
        </p:nvSpPr>
        <p:spPr>
          <a:xfrm>
            <a:off x="713225" y="448421"/>
            <a:ext cx="7717500" cy="294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t>Challenges </a:t>
            </a:r>
            <a:endParaRPr/>
          </a:p>
        </p:txBody>
      </p:sp>
      <p:sp>
        <p:nvSpPr>
          <p:cNvPr id="2079" name="Google Shape;2079;p47"/>
          <p:cNvSpPr txBox="1"/>
          <p:nvPr>
            <p:ph idx="1" type="body"/>
          </p:nvPr>
        </p:nvSpPr>
        <p:spPr>
          <a:xfrm>
            <a:off x="311700" y="853571"/>
            <a:ext cx="8520600" cy="3416400"/>
          </a:xfrm>
          <a:prstGeom prst="rect">
            <a:avLst/>
          </a:prstGeom>
        </p:spPr>
        <p:txBody>
          <a:bodyPr anchorCtr="0" anchor="t" bIns="91425" lIns="91425" spcFirstLastPara="1" rIns="91425" wrap="square" tIns="91425">
            <a:noAutofit/>
          </a:bodyPr>
          <a:lstStyle/>
          <a:p>
            <a:pPr indent="-381000" lvl="0" marL="457200" rtl="0" algn="l">
              <a:lnSpc>
                <a:spcPct val="200000"/>
              </a:lnSpc>
              <a:spcBef>
                <a:spcPts val="0"/>
              </a:spcBef>
              <a:spcAft>
                <a:spcPts val="0"/>
              </a:spcAft>
              <a:buSzPts val="2400"/>
              <a:buChar char="●"/>
            </a:pPr>
            <a:r>
              <a:rPr b="1" lang="en" sz="2400"/>
              <a:t>Data availability</a:t>
            </a:r>
            <a:endParaRPr sz="2400"/>
          </a:p>
          <a:p>
            <a:pPr indent="-381000" lvl="0" marL="457200" rtl="0" algn="l">
              <a:lnSpc>
                <a:spcPct val="200000"/>
              </a:lnSpc>
              <a:spcBef>
                <a:spcPts val="1200"/>
              </a:spcBef>
              <a:spcAft>
                <a:spcPts val="0"/>
              </a:spcAft>
              <a:buSzPts val="2400"/>
              <a:buChar char="●"/>
            </a:pPr>
            <a:r>
              <a:rPr b="1" lang="en" sz="2400"/>
              <a:t>Technical expertise</a:t>
            </a:r>
            <a:endParaRPr sz="2400"/>
          </a:p>
          <a:p>
            <a:pPr indent="-381000" lvl="0" marL="457200" rtl="0" algn="l">
              <a:lnSpc>
                <a:spcPct val="200000"/>
              </a:lnSpc>
              <a:spcBef>
                <a:spcPts val="1200"/>
              </a:spcBef>
              <a:spcAft>
                <a:spcPts val="0"/>
              </a:spcAft>
              <a:buSzPts val="2400"/>
              <a:buChar char="●"/>
            </a:pPr>
            <a:r>
              <a:rPr b="1" lang="en" sz="2400"/>
              <a:t>Technological environment</a:t>
            </a:r>
            <a:endParaRPr sz="2400"/>
          </a:p>
          <a:p>
            <a:pPr indent="-381000" lvl="0" marL="457200" rtl="0" algn="l">
              <a:lnSpc>
                <a:spcPct val="200000"/>
              </a:lnSpc>
              <a:spcBef>
                <a:spcPts val="1200"/>
              </a:spcBef>
              <a:spcAft>
                <a:spcPts val="0"/>
              </a:spcAft>
              <a:buSzPts val="2400"/>
              <a:buChar char="●"/>
            </a:pPr>
            <a:r>
              <a:rPr b="1" lang="en" sz="2400"/>
              <a:t>Evaluation metrics</a:t>
            </a:r>
            <a:endParaRPr sz="3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pic>
        <p:nvPicPr>
          <p:cNvPr id="2084" name="Google Shape;2084;p48"/>
          <p:cNvPicPr preferRelativeResize="0"/>
          <p:nvPr/>
        </p:nvPicPr>
        <p:blipFill rotWithShape="1">
          <a:blip r:embed="rId3">
            <a:alphaModFix/>
          </a:blip>
          <a:srcRect b="4413" l="12411" r="11212" t="2286"/>
          <a:stretch/>
        </p:blipFill>
        <p:spPr>
          <a:xfrm>
            <a:off x="1134600" y="151268"/>
            <a:ext cx="6984049" cy="47989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8" name="Shape 2088"/>
        <p:cNvGrpSpPr/>
        <p:nvPr/>
      </p:nvGrpSpPr>
      <p:grpSpPr>
        <a:xfrm>
          <a:off x="0" y="0"/>
          <a:ext cx="0" cy="0"/>
          <a:chOff x="0" y="0"/>
          <a:chExt cx="0" cy="0"/>
        </a:xfrm>
      </p:grpSpPr>
      <p:pic>
        <p:nvPicPr>
          <p:cNvPr id="2089" name="Google Shape;2089;p49"/>
          <p:cNvPicPr preferRelativeResize="0"/>
          <p:nvPr/>
        </p:nvPicPr>
        <p:blipFill rotWithShape="1">
          <a:blip r:embed="rId3">
            <a:alphaModFix/>
          </a:blip>
          <a:srcRect b="5224" l="12686" r="11303" t="817"/>
          <a:stretch/>
        </p:blipFill>
        <p:spPr>
          <a:xfrm>
            <a:off x="1159800" y="100856"/>
            <a:ext cx="6950451" cy="4832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3" name="Shape 2093"/>
        <p:cNvGrpSpPr/>
        <p:nvPr/>
      </p:nvGrpSpPr>
      <p:grpSpPr>
        <a:xfrm>
          <a:off x="0" y="0"/>
          <a:ext cx="0" cy="0"/>
          <a:chOff x="0" y="0"/>
          <a:chExt cx="0" cy="0"/>
        </a:xfrm>
      </p:grpSpPr>
      <p:sp>
        <p:nvSpPr>
          <p:cNvPr id="2094" name="Google Shape;2094;p50"/>
          <p:cNvSpPr txBox="1"/>
          <p:nvPr>
            <p:ph type="title"/>
          </p:nvPr>
        </p:nvSpPr>
        <p:spPr>
          <a:xfrm>
            <a:off x="311700" y="445025"/>
            <a:ext cx="8520600" cy="424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Questions &amp; Answers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51"/>
          <p:cNvSpPr txBox="1"/>
          <p:nvPr>
            <p:ph type="title"/>
          </p:nvPr>
        </p:nvSpPr>
        <p:spPr>
          <a:xfrm>
            <a:off x="311700" y="445025"/>
            <a:ext cx="8520600" cy="424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ystem Administrator Appreciation Day by Slidesgo">
  <a:themeElements>
    <a:clrScheme name="Simple Light">
      <a:dk1>
        <a:srgbClr val="050A12"/>
      </a:dk1>
      <a:lt1>
        <a:srgbClr val="FFFFFF"/>
      </a:lt1>
      <a:dk2>
        <a:srgbClr val="1F3D52"/>
      </a:dk2>
      <a:lt2>
        <a:srgbClr val="2F536D"/>
      </a:lt2>
      <a:accent1>
        <a:srgbClr val="142836"/>
      </a:accent1>
      <a:accent2>
        <a:srgbClr val="0C1A23"/>
      </a:accent2>
      <a:accent3>
        <a:srgbClr val="142836"/>
      </a:accent3>
      <a:accent4>
        <a:srgbClr val="5F8195"/>
      </a:accent4>
      <a:accent5>
        <a:srgbClr val="08151E"/>
      </a:accent5>
      <a:accent6>
        <a:srgbClr val="9FC3D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